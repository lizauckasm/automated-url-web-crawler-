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7" r:id="rId1"/>
  </p:sldMasterIdLst>
  <p:notesMasterIdLst>
    <p:notesMasterId r:id="rId13"/>
  </p:notesMasterIdLst>
  <p:sldIdLst>
    <p:sldId id="256" r:id="rId2"/>
    <p:sldId id="257" r:id="rId3"/>
    <p:sldId id="259" r:id="rId4"/>
    <p:sldId id="265" r:id="rId5"/>
    <p:sldId id="266" r:id="rId6"/>
    <p:sldId id="258" r:id="rId7"/>
    <p:sldId id="260" r:id="rId8"/>
    <p:sldId id="261" r:id="rId9"/>
    <p:sldId id="262" r:id="rId10"/>
    <p:sldId id="263" r:id="rId11"/>
    <p:sldId id="264"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2" d="100"/>
          <a:sy n="72" d="100"/>
        </p:scale>
        <p:origin x="1114" y="2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3.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ata4.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4.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7ECD77-98B5-4F11-B946-0DB6A55A3046}"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ED141FB-4B5A-4771-86DC-0F59E546FDD5}">
      <dgm:prSet/>
      <dgm:spPr/>
      <dgm:t>
        <a:bodyPr/>
        <a:lstStyle/>
        <a:p>
          <a:r>
            <a:rPr lang="en-US"/>
            <a:t>Links can be dangerous can I use a VM to test them</a:t>
          </a:r>
        </a:p>
      </dgm:t>
    </dgm:pt>
    <dgm:pt modelId="{C18B641C-1811-438C-905E-674E99AD7D9B}" type="parTrans" cxnId="{82AA9D30-E3FE-4617-BC6B-8A510E447075}">
      <dgm:prSet/>
      <dgm:spPr/>
      <dgm:t>
        <a:bodyPr/>
        <a:lstStyle/>
        <a:p>
          <a:endParaRPr lang="en-US"/>
        </a:p>
      </dgm:t>
    </dgm:pt>
    <dgm:pt modelId="{0DE4AD0F-E297-4414-B63C-B48323638448}" type="sibTrans" cxnId="{82AA9D30-E3FE-4617-BC6B-8A510E447075}">
      <dgm:prSet/>
      <dgm:spPr/>
      <dgm:t>
        <a:bodyPr/>
        <a:lstStyle/>
        <a:p>
          <a:endParaRPr lang="en-US"/>
        </a:p>
      </dgm:t>
    </dgm:pt>
    <dgm:pt modelId="{A6A919AD-652E-4DD5-8E30-1D093EC8B3DB}">
      <dgm:prSet/>
      <dgm:spPr/>
      <dgm:t>
        <a:bodyPr/>
        <a:lstStyle/>
        <a:p>
          <a:r>
            <a:rPr lang="en-US"/>
            <a:t>Google can detect a lot of malisous site but not all them</a:t>
          </a:r>
        </a:p>
      </dgm:t>
    </dgm:pt>
    <dgm:pt modelId="{CB8DC4EC-D7E9-44CD-AB95-6A066FBD7765}" type="parTrans" cxnId="{8CFC7B27-311C-4084-A725-FE1AFF1B42C4}">
      <dgm:prSet/>
      <dgm:spPr/>
      <dgm:t>
        <a:bodyPr/>
        <a:lstStyle/>
        <a:p>
          <a:endParaRPr lang="en-US"/>
        </a:p>
      </dgm:t>
    </dgm:pt>
    <dgm:pt modelId="{0D3B94D4-E509-4D0B-A20F-56C77DB9A68F}" type="sibTrans" cxnId="{8CFC7B27-311C-4084-A725-FE1AFF1B42C4}">
      <dgm:prSet/>
      <dgm:spPr/>
      <dgm:t>
        <a:bodyPr/>
        <a:lstStyle/>
        <a:p>
          <a:endParaRPr lang="en-US"/>
        </a:p>
      </dgm:t>
    </dgm:pt>
    <dgm:pt modelId="{B232CA55-177E-49FA-96D4-A0B00E771C21}">
      <dgm:prSet/>
      <dgm:spPr/>
      <dgm:t>
        <a:bodyPr/>
        <a:lstStyle/>
        <a:p>
          <a:r>
            <a:rPr lang="en-US"/>
            <a:t>Safe way for user to test specific site before they open them</a:t>
          </a:r>
        </a:p>
      </dgm:t>
    </dgm:pt>
    <dgm:pt modelId="{2EA74A11-B590-40BB-A613-5EBFA874C04F}" type="parTrans" cxnId="{D204F9D6-A84C-4737-B1A5-AC8AB149F791}">
      <dgm:prSet/>
      <dgm:spPr/>
      <dgm:t>
        <a:bodyPr/>
        <a:lstStyle/>
        <a:p>
          <a:endParaRPr lang="en-US"/>
        </a:p>
      </dgm:t>
    </dgm:pt>
    <dgm:pt modelId="{77943E83-BA52-4ED1-A51F-F21514A25FFA}" type="sibTrans" cxnId="{D204F9D6-A84C-4737-B1A5-AC8AB149F791}">
      <dgm:prSet/>
      <dgm:spPr/>
      <dgm:t>
        <a:bodyPr/>
        <a:lstStyle/>
        <a:p>
          <a:endParaRPr lang="en-US"/>
        </a:p>
      </dgm:t>
    </dgm:pt>
    <dgm:pt modelId="{0CAA5324-B45D-4E54-AA1E-E0FA9124E13E}">
      <dgm:prSet/>
      <dgm:spPr/>
      <dgm:t>
        <a:bodyPr/>
        <a:lstStyle/>
        <a:p>
          <a:r>
            <a:rPr lang="en-US"/>
            <a:t>Need for an automated way to explore these threats</a:t>
          </a:r>
        </a:p>
      </dgm:t>
    </dgm:pt>
    <dgm:pt modelId="{117B83E7-759A-4D54-A7F2-FB24823C44A5}" type="parTrans" cxnId="{214E1F04-EF87-4719-A85E-92E87C9FF642}">
      <dgm:prSet/>
      <dgm:spPr/>
      <dgm:t>
        <a:bodyPr/>
        <a:lstStyle/>
        <a:p>
          <a:endParaRPr lang="en-US"/>
        </a:p>
      </dgm:t>
    </dgm:pt>
    <dgm:pt modelId="{60D87CE5-DB2C-485C-94B5-2D4A4A23A159}" type="sibTrans" cxnId="{214E1F04-EF87-4719-A85E-92E87C9FF642}">
      <dgm:prSet/>
      <dgm:spPr/>
      <dgm:t>
        <a:bodyPr/>
        <a:lstStyle/>
        <a:p>
          <a:endParaRPr lang="en-US"/>
        </a:p>
      </dgm:t>
    </dgm:pt>
    <dgm:pt modelId="{784758BD-0FC5-4406-80CB-8A3A5B0EEFD3}">
      <dgm:prSet/>
      <dgm:spPr/>
      <dgm:t>
        <a:bodyPr/>
        <a:lstStyle/>
        <a:p>
          <a:r>
            <a:rPr lang="en-US"/>
            <a:t>Open in VM, Record what happens</a:t>
          </a:r>
        </a:p>
      </dgm:t>
    </dgm:pt>
    <dgm:pt modelId="{BCDCA603-E1EC-4C18-8236-ACFF30E4923A}" type="parTrans" cxnId="{AC25E306-F1DC-4738-A848-0D88FEEA979C}">
      <dgm:prSet/>
      <dgm:spPr/>
      <dgm:t>
        <a:bodyPr/>
        <a:lstStyle/>
        <a:p>
          <a:endParaRPr lang="en-US"/>
        </a:p>
      </dgm:t>
    </dgm:pt>
    <dgm:pt modelId="{F7C2E5BD-125E-4715-85A1-9E37ECB08762}" type="sibTrans" cxnId="{AC25E306-F1DC-4738-A848-0D88FEEA979C}">
      <dgm:prSet/>
      <dgm:spPr/>
      <dgm:t>
        <a:bodyPr/>
        <a:lstStyle/>
        <a:p>
          <a:endParaRPr lang="en-US"/>
        </a:p>
      </dgm:t>
    </dgm:pt>
    <dgm:pt modelId="{18B6C3D3-0FF0-4B30-9F05-5823D3A3FB91}" type="pres">
      <dgm:prSet presAssocID="{A67ECD77-98B5-4F11-B946-0DB6A55A3046}" presName="root" presStyleCnt="0">
        <dgm:presLayoutVars>
          <dgm:dir/>
          <dgm:resizeHandles val="exact"/>
        </dgm:presLayoutVars>
      </dgm:prSet>
      <dgm:spPr/>
    </dgm:pt>
    <dgm:pt modelId="{780B6AB0-7C25-46E9-A853-B041CB4B9F63}" type="pres">
      <dgm:prSet presAssocID="{1ED141FB-4B5A-4771-86DC-0F59E546FDD5}" presName="compNode" presStyleCnt="0"/>
      <dgm:spPr/>
    </dgm:pt>
    <dgm:pt modelId="{E6F1130D-56C6-40CD-9CCE-FE694E67C472}" type="pres">
      <dgm:prSet presAssocID="{1ED141FB-4B5A-4771-86DC-0F59E546FDD5}" presName="bgRect" presStyleLbl="bgShp" presStyleIdx="0" presStyleCnt="3"/>
      <dgm:spPr/>
    </dgm:pt>
    <dgm:pt modelId="{0C5A18EC-FD11-43E8-948F-51234E15F583}" type="pres">
      <dgm:prSet presAssocID="{1ED141FB-4B5A-4771-86DC-0F59E546FDD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gnifying glass"/>
        </a:ext>
      </dgm:extLst>
    </dgm:pt>
    <dgm:pt modelId="{A60E7852-2C84-4DF1-9717-5D0CABF64CA6}" type="pres">
      <dgm:prSet presAssocID="{1ED141FB-4B5A-4771-86DC-0F59E546FDD5}" presName="spaceRect" presStyleCnt="0"/>
      <dgm:spPr/>
    </dgm:pt>
    <dgm:pt modelId="{CEE4B924-31A6-41F5-B957-22ABA228E49B}" type="pres">
      <dgm:prSet presAssocID="{1ED141FB-4B5A-4771-86DC-0F59E546FDD5}" presName="parTx" presStyleLbl="revTx" presStyleIdx="0" presStyleCnt="5">
        <dgm:presLayoutVars>
          <dgm:chMax val="0"/>
          <dgm:chPref val="0"/>
        </dgm:presLayoutVars>
      </dgm:prSet>
      <dgm:spPr/>
    </dgm:pt>
    <dgm:pt modelId="{F269FF43-8B69-47B3-9B56-615FDB6CD2ED}" type="pres">
      <dgm:prSet presAssocID="{1ED141FB-4B5A-4771-86DC-0F59E546FDD5}" presName="desTx" presStyleLbl="revTx" presStyleIdx="1" presStyleCnt="5">
        <dgm:presLayoutVars/>
      </dgm:prSet>
      <dgm:spPr/>
    </dgm:pt>
    <dgm:pt modelId="{C4F58C9A-5730-417F-8820-F5474480DE2A}" type="pres">
      <dgm:prSet presAssocID="{0DE4AD0F-E297-4414-B63C-B48323638448}" presName="sibTrans" presStyleCnt="0"/>
      <dgm:spPr/>
    </dgm:pt>
    <dgm:pt modelId="{7FED3B01-7E4C-4141-B1C5-C32BB7235AB6}" type="pres">
      <dgm:prSet presAssocID="{B232CA55-177E-49FA-96D4-A0B00E771C21}" presName="compNode" presStyleCnt="0"/>
      <dgm:spPr/>
    </dgm:pt>
    <dgm:pt modelId="{54CC291D-36B1-4957-B240-261AD39AD9A1}" type="pres">
      <dgm:prSet presAssocID="{B232CA55-177E-49FA-96D4-A0B00E771C21}" presName="bgRect" presStyleLbl="bgShp" presStyleIdx="1" presStyleCnt="3"/>
      <dgm:spPr/>
    </dgm:pt>
    <dgm:pt modelId="{8C2AB194-7C9C-4EA9-94DB-2B85A14BAC82}" type="pres">
      <dgm:prSet presAssocID="{B232CA55-177E-49FA-96D4-A0B00E771C2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9C191588-E0AA-417F-873E-C9201F5BA9DB}" type="pres">
      <dgm:prSet presAssocID="{B232CA55-177E-49FA-96D4-A0B00E771C21}" presName="spaceRect" presStyleCnt="0"/>
      <dgm:spPr/>
    </dgm:pt>
    <dgm:pt modelId="{1C21C642-F82F-4D3A-BEA3-CEDDF416C3CE}" type="pres">
      <dgm:prSet presAssocID="{B232CA55-177E-49FA-96D4-A0B00E771C21}" presName="parTx" presStyleLbl="revTx" presStyleIdx="2" presStyleCnt="5">
        <dgm:presLayoutVars>
          <dgm:chMax val="0"/>
          <dgm:chPref val="0"/>
        </dgm:presLayoutVars>
      </dgm:prSet>
      <dgm:spPr/>
    </dgm:pt>
    <dgm:pt modelId="{A5F53309-E930-480A-B3C5-883258CE8095}" type="pres">
      <dgm:prSet presAssocID="{77943E83-BA52-4ED1-A51F-F21514A25FFA}" presName="sibTrans" presStyleCnt="0"/>
      <dgm:spPr/>
    </dgm:pt>
    <dgm:pt modelId="{F40BCAA5-CCB2-4E70-92AE-0A6446C3386B}" type="pres">
      <dgm:prSet presAssocID="{0CAA5324-B45D-4E54-AA1E-E0FA9124E13E}" presName="compNode" presStyleCnt="0"/>
      <dgm:spPr/>
    </dgm:pt>
    <dgm:pt modelId="{25094526-9313-4EAF-888A-5230D94D4C71}" type="pres">
      <dgm:prSet presAssocID="{0CAA5324-B45D-4E54-AA1E-E0FA9124E13E}" presName="bgRect" presStyleLbl="bgShp" presStyleIdx="2" presStyleCnt="3"/>
      <dgm:spPr/>
    </dgm:pt>
    <dgm:pt modelId="{0BF75971-76D0-467B-8D96-93764B78449F}" type="pres">
      <dgm:prSet presAssocID="{0CAA5324-B45D-4E54-AA1E-E0FA9124E13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ars"/>
        </a:ext>
      </dgm:extLst>
    </dgm:pt>
    <dgm:pt modelId="{B877FBAF-FC4B-4662-9889-7D5452FC9287}" type="pres">
      <dgm:prSet presAssocID="{0CAA5324-B45D-4E54-AA1E-E0FA9124E13E}" presName="spaceRect" presStyleCnt="0"/>
      <dgm:spPr/>
    </dgm:pt>
    <dgm:pt modelId="{215DC88D-3B0A-4D7A-AB86-F608B9AE9F2C}" type="pres">
      <dgm:prSet presAssocID="{0CAA5324-B45D-4E54-AA1E-E0FA9124E13E}" presName="parTx" presStyleLbl="revTx" presStyleIdx="3" presStyleCnt="5">
        <dgm:presLayoutVars>
          <dgm:chMax val="0"/>
          <dgm:chPref val="0"/>
        </dgm:presLayoutVars>
      </dgm:prSet>
      <dgm:spPr/>
    </dgm:pt>
    <dgm:pt modelId="{3C9F7DBD-ACDC-400D-9002-3AB440706213}" type="pres">
      <dgm:prSet presAssocID="{0CAA5324-B45D-4E54-AA1E-E0FA9124E13E}" presName="desTx" presStyleLbl="revTx" presStyleIdx="4" presStyleCnt="5">
        <dgm:presLayoutVars/>
      </dgm:prSet>
      <dgm:spPr/>
    </dgm:pt>
  </dgm:ptLst>
  <dgm:cxnLst>
    <dgm:cxn modelId="{214E1F04-EF87-4719-A85E-92E87C9FF642}" srcId="{A67ECD77-98B5-4F11-B946-0DB6A55A3046}" destId="{0CAA5324-B45D-4E54-AA1E-E0FA9124E13E}" srcOrd="2" destOrd="0" parTransId="{117B83E7-759A-4D54-A7F2-FB24823C44A5}" sibTransId="{60D87CE5-DB2C-485C-94B5-2D4A4A23A159}"/>
    <dgm:cxn modelId="{AC25E306-F1DC-4738-A848-0D88FEEA979C}" srcId="{0CAA5324-B45D-4E54-AA1E-E0FA9124E13E}" destId="{784758BD-0FC5-4406-80CB-8A3A5B0EEFD3}" srcOrd="0" destOrd="0" parTransId="{BCDCA603-E1EC-4C18-8236-ACFF30E4923A}" sibTransId="{F7C2E5BD-125E-4715-85A1-9E37ECB08762}"/>
    <dgm:cxn modelId="{490CAC0A-7E31-4F7F-94EC-A8CE0540C2B3}" type="presOf" srcId="{B232CA55-177E-49FA-96D4-A0B00E771C21}" destId="{1C21C642-F82F-4D3A-BEA3-CEDDF416C3CE}" srcOrd="0" destOrd="0" presId="urn:microsoft.com/office/officeart/2018/2/layout/IconVerticalSolidList"/>
    <dgm:cxn modelId="{8CFC7B27-311C-4084-A725-FE1AFF1B42C4}" srcId="{1ED141FB-4B5A-4771-86DC-0F59E546FDD5}" destId="{A6A919AD-652E-4DD5-8E30-1D093EC8B3DB}" srcOrd="0" destOrd="0" parTransId="{CB8DC4EC-D7E9-44CD-AB95-6A066FBD7765}" sibTransId="{0D3B94D4-E509-4D0B-A20F-56C77DB9A68F}"/>
    <dgm:cxn modelId="{82AA9D30-E3FE-4617-BC6B-8A510E447075}" srcId="{A67ECD77-98B5-4F11-B946-0DB6A55A3046}" destId="{1ED141FB-4B5A-4771-86DC-0F59E546FDD5}" srcOrd="0" destOrd="0" parTransId="{C18B641C-1811-438C-905E-674E99AD7D9B}" sibTransId="{0DE4AD0F-E297-4414-B63C-B48323638448}"/>
    <dgm:cxn modelId="{66E84A90-DD26-42FA-B7B0-30288654F062}" type="presOf" srcId="{784758BD-0FC5-4406-80CB-8A3A5B0EEFD3}" destId="{3C9F7DBD-ACDC-400D-9002-3AB440706213}" srcOrd="0" destOrd="0" presId="urn:microsoft.com/office/officeart/2018/2/layout/IconVerticalSolidList"/>
    <dgm:cxn modelId="{3FEDE2AD-7475-4372-AADF-29CE2AE1B90A}" type="presOf" srcId="{A6A919AD-652E-4DD5-8E30-1D093EC8B3DB}" destId="{F269FF43-8B69-47B3-9B56-615FDB6CD2ED}" srcOrd="0" destOrd="0" presId="urn:microsoft.com/office/officeart/2018/2/layout/IconVerticalSolidList"/>
    <dgm:cxn modelId="{57D46EBD-5868-4285-9042-E52FD54A9D1F}" type="presOf" srcId="{A67ECD77-98B5-4F11-B946-0DB6A55A3046}" destId="{18B6C3D3-0FF0-4B30-9F05-5823D3A3FB91}" srcOrd="0" destOrd="0" presId="urn:microsoft.com/office/officeart/2018/2/layout/IconVerticalSolidList"/>
    <dgm:cxn modelId="{764EE3CF-BDD9-45F0-BAC9-96DB1F372FD6}" type="presOf" srcId="{1ED141FB-4B5A-4771-86DC-0F59E546FDD5}" destId="{CEE4B924-31A6-41F5-B957-22ABA228E49B}" srcOrd="0" destOrd="0" presId="urn:microsoft.com/office/officeart/2018/2/layout/IconVerticalSolidList"/>
    <dgm:cxn modelId="{D204F9D6-A84C-4737-B1A5-AC8AB149F791}" srcId="{A67ECD77-98B5-4F11-B946-0DB6A55A3046}" destId="{B232CA55-177E-49FA-96D4-A0B00E771C21}" srcOrd="1" destOrd="0" parTransId="{2EA74A11-B590-40BB-A613-5EBFA874C04F}" sibTransId="{77943E83-BA52-4ED1-A51F-F21514A25FFA}"/>
    <dgm:cxn modelId="{41EFD4ED-E524-43FF-96EC-D53B31918DD5}" type="presOf" srcId="{0CAA5324-B45D-4E54-AA1E-E0FA9124E13E}" destId="{215DC88D-3B0A-4D7A-AB86-F608B9AE9F2C}" srcOrd="0" destOrd="0" presId="urn:microsoft.com/office/officeart/2018/2/layout/IconVerticalSolidList"/>
    <dgm:cxn modelId="{3E203131-767D-44E2-A517-89C174DD18FA}" type="presParOf" srcId="{18B6C3D3-0FF0-4B30-9F05-5823D3A3FB91}" destId="{780B6AB0-7C25-46E9-A853-B041CB4B9F63}" srcOrd="0" destOrd="0" presId="urn:microsoft.com/office/officeart/2018/2/layout/IconVerticalSolidList"/>
    <dgm:cxn modelId="{D11CC122-1E56-4E92-BEBE-CAFB499448E5}" type="presParOf" srcId="{780B6AB0-7C25-46E9-A853-B041CB4B9F63}" destId="{E6F1130D-56C6-40CD-9CCE-FE694E67C472}" srcOrd="0" destOrd="0" presId="urn:microsoft.com/office/officeart/2018/2/layout/IconVerticalSolidList"/>
    <dgm:cxn modelId="{BDFF9997-1DDA-4B81-B9FF-C08DE0AABA1C}" type="presParOf" srcId="{780B6AB0-7C25-46E9-A853-B041CB4B9F63}" destId="{0C5A18EC-FD11-43E8-948F-51234E15F583}" srcOrd="1" destOrd="0" presId="urn:microsoft.com/office/officeart/2018/2/layout/IconVerticalSolidList"/>
    <dgm:cxn modelId="{77C7F3A5-D0A2-40FE-8A1D-BE650F8442A7}" type="presParOf" srcId="{780B6AB0-7C25-46E9-A853-B041CB4B9F63}" destId="{A60E7852-2C84-4DF1-9717-5D0CABF64CA6}" srcOrd="2" destOrd="0" presId="urn:microsoft.com/office/officeart/2018/2/layout/IconVerticalSolidList"/>
    <dgm:cxn modelId="{E8409249-9C73-473D-BA2A-E38C104CB658}" type="presParOf" srcId="{780B6AB0-7C25-46E9-A853-B041CB4B9F63}" destId="{CEE4B924-31A6-41F5-B957-22ABA228E49B}" srcOrd="3" destOrd="0" presId="urn:microsoft.com/office/officeart/2018/2/layout/IconVerticalSolidList"/>
    <dgm:cxn modelId="{9FBAF085-77FF-486C-B97C-D68DB0FFCA50}" type="presParOf" srcId="{780B6AB0-7C25-46E9-A853-B041CB4B9F63}" destId="{F269FF43-8B69-47B3-9B56-615FDB6CD2ED}" srcOrd="4" destOrd="0" presId="urn:microsoft.com/office/officeart/2018/2/layout/IconVerticalSolidList"/>
    <dgm:cxn modelId="{A95DFCBF-2E55-4717-86C3-37D41415BCDB}" type="presParOf" srcId="{18B6C3D3-0FF0-4B30-9F05-5823D3A3FB91}" destId="{C4F58C9A-5730-417F-8820-F5474480DE2A}" srcOrd="1" destOrd="0" presId="urn:microsoft.com/office/officeart/2018/2/layout/IconVerticalSolidList"/>
    <dgm:cxn modelId="{3C83A641-7192-4982-B94E-9CC6FDE457AF}" type="presParOf" srcId="{18B6C3D3-0FF0-4B30-9F05-5823D3A3FB91}" destId="{7FED3B01-7E4C-4141-B1C5-C32BB7235AB6}" srcOrd="2" destOrd="0" presId="urn:microsoft.com/office/officeart/2018/2/layout/IconVerticalSolidList"/>
    <dgm:cxn modelId="{88D1097F-9EB0-4770-855B-8CF95909AE9B}" type="presParOf" srcId="{7FED3B01-7E4C-4141-B1C5-C32BB7235AB6}" destId="{54CC291D-36B1-4957-B240-261AD39AD9A1}" srcOrd="0" destOrd="0" presId="urn:microsoft.com/office/officeart/2018/2/layout/IconVerticalSolidList"/>
    <dgm:cxn modelId="{255AD983-509B-4BDE-9D11-2FFCA72107BC}" type="presParOf" srcId="{7FED3B01-7E4C-4141-B1C5-C32BB7235AB6}" destId="{8C2AB194-7C9C-4EA9-94DB-2B85A14BAC82}" srcOrd="1" destOrd="0" presId="urn:microsoft.com/office/officeart/2018/2/layout/IconVerticalSolidList"/>
    <dgm:cxn modelId="{12D97D9D-7F96-4EF8-9C56-CE5FE42B8690}" type="presParOf" srcId="{7FED3B01-7E4C-4141-B1C5-C32BB7235AB6}" destId="{9C191588-E0AA-417F-873E-C9201F5BA9DB}" srcOrd="2" destOrd="0" presId="urn:microsoft.com/office/officeart/2018/2/layout/IconVerticalSolidList"/>
    <dgm:cxn modelId="{5108EE18-D862-43CA-A2CA-47396123502F}" type="presParOf" srcId="{7FED3B01-7E4C-4141-B1C5-C32BB7235AB6}" destId="{1C21C642-F82F-4D3A-BEA3-CEDDF416C3CE}" srcOrd="3" destOrd="0" presId="urn:microsoft.com/office/officeart/2018/2/layout/IconVerticalSolidList"/>
    <dgm:cxn modelId="{339D49A5-B6F4-4AFF-BC6C-578A374E3B85}" type="presParOf" srcId="{18B6C3D3-0FF0-4B30-9F05-5823D3A3FB91}" destId="{A5F53309-E930-480A-B3C5-883258CE8095}" srcOrd="3" destOrd="0" presId="urn:microsoft.com/office/officeart/2018/2/layout/IconVerticalSolidList"/>
    <dgm:cxn modelId="{43D74393-E2A9-4180-BD91-8F2F38779676}" type="presParOf" srcId="{18B6C3D3-0FF0-4B30-9F05-5823D3A3FB91}" destId="{F40BCAA5-CCB2-4E70-92AE-0A6446C3386B}" srcOrd="4" destOrd="0" presId="urn:microsoft.com/office/officeart/2018/2/layout/IconVerticalSolidList"/>
    <dgm:cxn modelId="{867A913D-A3E1-41CD-9B9D-0421B334ECB2}" type="presParOf" srcId="{F40BCAA5-CCB2-4E70-92AE-0A6446C3386B}" destId="{25094526-9313-4EAF-888A-5230D94D4C71}" srcOrd="0" destOrd="0" presId="urn:microsoft.com/office/officeart/2018/2/layout/IconVerticalSolidList"/>
    <dgm:cxn modelId="{AC42A802-7BA6-416E-AC58-CC0EC056B79A}" type="presParOf" srcId="{F40BCAA5-CCB2-4E70-92AE-0A6446C3386B}" destId="{0BF75971-76D0-467B-8D96-93764B78449F}" srcOrd="1" destOrd="0" presId="urn:microsoft.com/office/officeart/2018/2/layout/IconVerticalSolidList"/>
    <dgm:cxn modelId="{DBCA0A36-A0B5-4737-ADC1-5781BEA9EEB7}" type="presParOf" srcId="{F40BCAA5-CCB2-4E70-92AE-0A6446C3386B}" destId="{B877FBAF-FC4B-4662-9889-7D5452FC9287}" srcOrd="2" destOrd="0" presId="urn:microsoft.com/office/officeart/2018/2/layout/IconVerticalSolidList"/>
    <dgm:cxn modelId="{9CB806C3-1435-4916-9EC2-7C46774211B9}" type="presParOf" srcId="{F40BCAA5-CCB2-4E70-92AE-0A6446C3386B}" destId="{215DC88D-3B0A-4D7A-AB86-F608B9AE9F2C}" srcOrd="3" destOrd="0" presId="urn:microsoft.com/office/officeart/2018/2/layout/IconVerticalSolidList"/>
    <dgm:cxn modelId="{F10A0F9C-54A8-4910-8193-4A576A8606AB}" type="presParOf" srcId="{F40BCAA5-CCB2-4E70-92AE-0A6446C3386B}" destId="{3C9F7DBD-ACDC-400D-9002-3AB440706213}"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267C721-5B62-4345-8C0F-2712E3A74DAD}" type="doc">
      <dgm:prSet loTypeId="urn:microsoft.com/office/officeart/2005/8/layout/vProcess5" loCatId="process" qsTypeId="urn:microsoft.com/office/officeart/2005/8/quickstyle/simple4" qsCatId="simple" csTypeId="urn:microsoft.com/office/officeart/2005/8/colors/colorful2" csCatId="colorful"/>
      <dgm:spPr/>
      <dgm:t>
        <a:bodyPr/>
        <a:lstStyle/>
        <a:p>
          <a:endParaRPr lang="en-US"/>
        </a:p>
      </dgm:t>
    </dgm:pt>
    <dgm:pt modelId="{DB887808-DFDD-46D4-980D-B40B4B64C1B6}">
      <dgm:prSet/>
      <dgm:spPr/>
      <dgm:t>
        <a:bodyPr/>
        <a:lstStyle/>
        <a:p>
          <a:r>
            <a:rPr lang="en-US"/>
            <a:t>Original had problems sending commands to oracle </a:t>
          </a:r>
        </a:p>
      </dgm:t>
    </dgm:pt>
    <dgm:pt modelId="{65914A8B-7879-40D9-B6B1-A3B48E7D90B0}" type="parTrans" cxnId="{F04CE4F7-03EF-4040-981D-844A98D5C97A}">
      <dgm:prSet/>
      <dgm:spPr/>
      <dgm:t>
        <a:bodyPr/>
        <a:lstStyle/>
        <a:p>
          <a:endParaRPr lang="en-US"/>
        </a:p>
      </dgm:t>
    </dgm:pt>
    <dgm:pt modelId="{B1BF2257-B410-4FD5-B7E8-2221F0621931}" type="sibTrans" cxnId="{F04CE4F7-03EF-4040-981D-844A98D5C97A}">
      <dgm:prSet/>
      <dgm:spPr/>
      <dgm:t>
        <a:bodyPr/>
        <a:lstStyle/>
        <a:p>
          <a:endParaRPr lang="en-US"/>
        </a:p>
      </dgm:t>
    </dgm:pt>
    <dgm:pt modelId="{DC37EB3F-45C5-42F0-9279-3B9A96B636E9}">
      <dgm:prSet/>
      <dgm:spPr/>
      <dgm:t>
        <a:bodyPr/>
        <a:lstStyle/>
        <a:p>
          <a:r>
            <a:rPr lang="en-US"/>
            <a:t>Then I found out after making input driven script that you cant run analysis in vm outside of the vm</a:t>
          </a:r>
        </a:p>
      </dgm:t>
    </dgm:pt>
    <dgm:pt modelId="{F8413934-2878-4758-B46E-3493B56E39ED}" type="parTrans" cxnId="{2C10FEA5-2948-42E8-81AD-140048AD7745}">
      <dgm:prSet/>
      <dgm:spPr/>
      <dgm:t>
        <a:bodyPr/>
        <a:lstStyle/>
        <a:p>
          <a:endParaRPr lang="en-US"/>
        </a:p>
      </dgm:t>
    </dgm:pt>
    <dgm:pt modelId="{C27B15B5-8A1C-4384-AF50-D1A231B037A3}" type="sibTrans" cxnId="{2C10FEA5-2948-42E8-81AD-140048AD7745}">
      <dgm:prSet/>
      <dgm:spPr/>
      <dgm:t>
        <a:bodyPr/>
        <a:lstStyle/>
        <a:p>
          <a:endParaRPr lang="en-US"/>
        </a:p>
      </dgm:t>
    </dgm:pt>
    <dgm:pt modelId="{916A8E00-19BC-4F82-AAC8-1DC596C215F7}">
      <dgm:prSet/>
      <dgm:spPr/>
      <dgm:t>
        <a:bodyPr/>
        <a:lstStyle/>
        <a:p>
          <a:r>
            <a:rPr lang="en-US"/>
            <a:t>This was great for security but ment it was inplausaible without a big work around</a:t>
          </a:r>
        </a:p>
      </dgm:t>
    </dgm:pt>
    <dgm:pt modelId="{F1696093-D068-4F31-B29A-CDD2A34A06B0}" type="parTrans" cxnId="{D4C27752-F630-4ADA-9639-0A4CB1DEC55D}">
      <dgm:prSet/>
      <dgm:spPr/>
      <dgm:t>
        <a:bodyPr/>
        <a:lstStyle/>
        <a:p>
          <a:endParaRPr lang="en-US"/>
        </a:p>
      </dgm:t>
    </dgm:pt>
    <dgm:pt modelId="{9AAF8252-D3BA-4F14-A925-9FDC94F61A3C}" type="sibTrans" cxnId="{D4C27752-F630-4ADA-9639-0A4CB1DEC55D}">
      <dgm:prSet/>
      <dgm:spPr/>
      <dgm:t>
        <a:bodyPr/>
        <a:lstStyle/>
        <a:p>
          <a:endParaRPr lang="en-US"/>
        </a:p>
      </dgm:t>
    </dgm:pt>
    <dgm:pt modelId="{CF082A1A-8998-4887-8BFE-5878100698DC}" type="pres">
      <dgm:prSet presAssocID="{3267C721-5B62-4345-8C0F-2712E3A74DAD}" presName="outerComposite" presStyleCnt="0">
        <dgm:presLayoutVars>
          <dgm:chMax val="5"/>
          <dgm:dir/>
          <dgm:resizeHandles val="exact"/>
        </dgm:presLayoutVars>
      </dgm:prSet>
      <dgm:spPr/>
    </dgm:pt>
    <dgm:pt modelId="{6324256E-5479-486B-A0EE-2D2A5B0E2FAD}" type="pres">
      <dgm:prSet presAssocID="{3267C721-5B62-4345-8C0F-2712E3A74DAD}" presName="dummyMaxCanvas" presStyleCnt="0">
        <dgm:presLayoutVars/>
      </dgm:prSet>
      <dgm:spPr/>
    </dgm:pt>
    <dgm:pt modelId="{32015FFF-1FE6-4AD9-9DC6-07322C65FC08}" type="pres">
      <dgm:prSet presAssocID="{3267C721-5B62-4345-8C0F-2712E3A74DAD}" presName="ThreeNodes_1" presStyleLbl="node1" presStyleIdx="0" presStyleCnt="3">
        <dgm:presLayoutVars>
          <dgm:bulletEnabled val="1"/>
        </dgm:presLayoutVars>
      </dgm:prSet>
      <dgm:spPr/>
    </dgm:pt>
    <dgm:pt modelId="{25F367D9-ED89-419A-9033-C41FD1289D75}" type="pres">
      <dgm:prSet presAssocID="{3267C721-5B62-4345-8C0F-2712E3A74DAD}" presName="ThreeNodes_2" presStyleLbl="node1" presStyleIdx="1" presStyleCnt="3">
        <dgm:presLayoutVars>
          <dgm:bulletEnabled val="1"/>
        </dgm:presLayoutVars>
      </dgm:prSet>
      <dgm:spPr/>
    </dgm:pt>
    <dgm:pt modelId="{CA49EBD4-52D2-47C1-8D6E-9E419BA538CB}" type="pres">
      <dgm:prSet presAssocID="{3267C721-5B62-4345-8C0F-2712E3A74DAD}" presName="ThreeNodes_3" presStyleLbl="node1" presStyleIdx="2" presStyleCnt="3">
        <dgm:presLayoutVars>
          <dgm:bulletEnabled val="1"/>
        </dgm:presLayoutVars>
      </dgm:prSet>
      <dgm:spPr/>
    </dgm:pt>
    <dgm:pt modelId="{4DF3A2C2-5422-48CD-BA99-508C42E31456}" type="pres">
      <dgm:prSet presAssocID="{3267C721-5B62-4345-8C0F-2712E3A74DAD}" presName="ThreeConn_1-2" presStyleLbl="fgAccFollowNode1" presStyleIdx="0" presStyleCnt="2">
        <dgm:presLayoutVars>
          <dgm:bulletEnabled val="1"/>
        </dgm:presLayoutVars>
      </dgm:prSet>
      <dgm:spPr/>
    </dgm:pt>
    <dgm:pt modelId="{72BF53F8-1994-4B65-85E9-495BE88E64ED}" type="pres">
      <dgm:prSet presAssocID="{3267C721-5B62-4345-8C0F-2712E3A74DAD}" presName="ThreeConn_2-3" presStyleLbl="fgAccFollowNode1" presStyleIdx="1" presStyleCnt="2">
        <dgm:presLayoutVars>
          <dgm:bulletEnabled val="1"/>
        </dgm:presLayoutVars>
      </dgm:prSet>
      <dgm:spPr/>
    </dgm:pt>
    <dgm:pt modelId="{D172AA12-0FC4-44E3-BF68-002BD18BB184}" type="pres">
      <dgm:prSet presAssocID="{3267C721-5B62-4345-8C0F-2712E3A74DAD}" presName="ThreeNodes_1_text" presStyleLbl="node1" presStyleIdx="2" presStyleCnt="3">
        <dgm:presLayoutVars>
          <dgm:bulletEnabled val="1"/>
        </dgm:presLayoutVars>
      </dgm:prSet>
      <dgm:spPr/>
    </dgm:pt>
    <dgm:pt modelId="{208D18AA-491D-4571-8311-C5B356A378E6}" type="pres">
      <dgm:prSet presAssocID="{3267C721-5B62-4345-8C0F-2712E3A74DAD}" presName="ThreeNodes_2_text" presStyleLbl="node1" presStyleIdx="2" presStyleCnt="3">
        <dgm:presLayoutVars>
          <dgm:bulletEnabled val="1"/>
        </dgm:presLayoutVars>
      </dgm:prSet>
      <dgm:spPr/>
    </dgm:pt>
    <dgm:pt modelId="{C0868CE8-F5BA-4713-8568-4718A19FBE6E}" type="pres">
      <dgm:prSet presAssocID="{3267C721-5B62-4345-8C0F-2712E3A74DAD}" presName="ThreeNodes_3_text" presStyleLbl="node1" presStyleIdx="2" presStyleCnt="3">
        <dgm:presLayoutVars>
          <dgm:bulletEnabled val="1"/>
        </dgm:presLayoutVars>
      </dgm:prSet>
      <dgm:spPr/>
    </dgm:pt>
  </dgm:ptLst>
  <dgm:cxnLst>
    <dgm:cxn modelId="{CC397515-D1E5-446B-AAB3-0FCC1290CF5D}" type="presOf" srcId="{C27B15B5-8A1C-4384-AF50-D1A231B037A3}" destId="{72BF53F8-1994-4B65-85E9-495BE88E64ED}" srcOrd="0" destOrd="0" presId="urn:microsoft.com/office/officeart/2005/8/layout/vProcess5"/>
    <dgm:cxn modelId="{F7F8C71D-CBA1-4743-B164-86BAE19BEC9C}" type="presOf" srcId="{DB887808-DFDD-46D4-980D-B40B4B64C1B6}" destId="{D172AA12-0FC4-44E3-BF68-002BD18BB184}" srcOrd="1" destOrd="0" presId="urn:microsoft.com/office/officeart/2005/8/layout/vProcess5"/>
    <dgm:cxn modelId="{E7C12E21-ADFA-46DE-835A-C9FE6BE87ED9}" type="presOf" srcId="{3267C721-5B62-4345-8C0F-2712E3A74DAD}" destId="{CF082A1A-8998-4887-8BFE-5878100698DC}" srcOrd="0" destOrd="0" presId="urn:microsoft.com/office/officeart/2005/8/layout/vProcess5"/>
    <dgm:cxn modelId="{2A110B44-650F-46E1-A565-9FC49D98DE90}" type="presOf" srcId="{DC37EB3F-45C5-42F0-9279-3B9A96B636E9}" destId="{25F367D9-ED89-419A-9033-C41FD1289D75}" srcOrd="0" destOrd="0" presId="urn:microsoft.com/office/officeart/2005/8/layout/vProcess5"/>
    <dgm:cxn modelId="{70369D6C-17AE-4668-AA6A-45D640BA81A6}" type="presOf" srcId="{DB887808-DFDD-46D4-980D-B40B4B64C1B6}" destId="{32015FFF-1FE6-4AD9-9DC6-07322C65FC08}" srcOrd="0" destOrd="0" presId="urn:microsoft.com/office/officeart/2005/8/layout/vProcess5"/>
    <dgm:cxn modelId="{D4C27752-F630-4ADA-9639-0A4CB1DEC55D}" srcId="{3267C721-5B62-4345-8C0F-2712E3A74DAD}" destId="{916A8E00-19BC-4F82-AAC8-1DC596C215F7}" srcOrd="2" destOrd="0" parTransId="{F1696093-D068-4F31-B29A-CDD2A34A06B0}" sibTransId="{9AAF8252-D3BA-4F14-A925-9FDC94F61A3C}"/>
    <dgm:cxn modelId="{D32C3474-E617-4FD4-8E34-E1148749AFEC}" type="presOf" srcId="{916A8E00-19BC-4F82-AAC8-1DC596C215F7}" destId="{CA49EBD4-52D2-47C1-8D6E-9E419BA538CB}" srcOrd="0" destOrd="0" presId="urn:microsoft.com/office/officeart/2005/8/layout/vProcess5"/>
    <dgm:cxn modelId="{B2569E9C-DCCA-452E-AC5D-C0CF8F2992FE}" type="presOf" srcId="{916A8E00-19BC-4F82-AAC8-1DC596C215F7}" destId="{C0868CE8-F5BA-4713-8568-4718A19FBE6E}" srcOrd="1" destOrd="0" presId="urn:microsoft.com/office/officeart/2005/8/layout/vProcess5"/>
    <dgm:cxn modelId="{2C10FEA5-2948-42E8-81AD-140048AD7745}" srcId="{3267C721-5B62-4345-8C0F-2712E3A74DAD}" destId="{DC37EB3F-45C5-42F0-9279-3B9A96B636E9}" srcOrd="1" destOrd="0" parTransId="{F8413934-2878-4758-B46E-3493B56E39ED}" sibTransId="{C27B15B5-8A1C-4384-AF50-D1A231B037A3}"/>
    <dgm:cxn modelId="{AADABFBD-B812-40AD-92F4-1BFD87CD50AE}" type="presOf" srcId="{B1BF2257-B410-4FD5-B7E8-2221F0621931}" destId="{4DF3A2C2-5422-48CD-BA99-508C42E31456}" srcOrd="0" destOrd="0" presId="urn:microsoft.com/office/officeart/2005/8/layout/vProcess5"/>
    <dgm:cxn modelId="{340DAEDA-9BAB-469D-B9BA-BBC26D4B7C6E}" type="presOf" srcId="{DC37EB3F-45C5-42F0-9279-3B9A96B636E9}" destId="{208D18AA-491D-4571-8311-C5B356A378E6}" srcOrd="1" destOrd="0" presId="urn:microsoft.com/office/officeart/2005/8/layout/vProcess5"/>
    <dgm:cxn modelId="{F04CE4F7-03EF-4040-981D-844A98D5C97A}" srcId="{3267C721-5B62-4345-8C0F-2712E3A74DAD}" destId="{DB887808-DFDD-46D4-980D-B40B4B64C1B6}" srcOrd="0" destOrd="0" parTransId="{65914A8B-7879-40D9-B6B1-A3B48E7D90B0}" sibTransId="{B1BF2257-B410-4FD5-B7E8-2221F0621931}"/>
    <dgm:cxn modelId="{06EE4C6D-A705-448F-9A38-A3BDF3C1F117}" type="presParOf" srcId="{CF082A1A-8998-4887-8BFE-5878100698DC}" destId="{6324256E-5479-486B-A0EE-2D2A5B0E2FAD}" srcOrd="0" destOrd="0" presId="urn:microsoft.com/office/officeart/2005/8/layout/vProcess5"/>
    <dgm:cxn modelId="{E2C5FBD0-3CA2-41CF-88CB-1119E8755A7A}" type="presParOf" srcId="{CF082A1A-8998-4887-8BFE-5878100698DC}" destId="{32015FFF-1FE6-4AD9-9DC6-07322C65FC08}" srcOrd="1" destOrd="0" presId="urn:microsoft.com/office/officeart/2005/8/layout/vProcess5"/>
    <dgm:cxn modelId="{E912F72F-9352-45B6-82D7-76F152FEA254}" type="presParOf" srcId="{CF082A1A-8998-4887-8BFE-5878100698DC}" destId="{25F367D9-ED89-419A-9033-C41FD1289D75}" srcOrd="2" destOrd="0" presId="urn:microsoft.com/office/officeart/2005/8/layout/vProcess5"/>
    <dgm:cxn modelId="{B1F1260A-AC07-4A10-82F5-F25D2DF5A7EB}" type="presParOf" srcId="{CF082A1A-8998-4887-8BFE-5878100698DC}" destId="{CA49EBD4-52D2-47C1-8D6E-9E419BA538CB}" srcOrd="3" destOrd="0" presId="urn:microsoft.com/office/officeart/2005/8/layout/vProcess5"/>
    <dgm:cxn modelId="{D4884329-6023-4EAA-95EC-C26CA9F42418}" type="presParOf" srcId="{CF082A1A-8998-4887-8BFE-5878100698DC}" destId="{4DF3A2C2-5422-48CD-BA99-508C42E31456}" srcOrd="4" destOrd="0" presId="urn:microsoft.com/office/officeart/2005/8/layout/vProcess5"/>
    <dgm:cxn modelId="{2BB6F0DE-FEBF-4362-B9AC-E685F81752CE}" type="presParOf" srcId="{CF082A1A-8998-4887-8BFE-5878100698DC}" destId="{72BF53F8-1994-4B65-85E9-495BE88E64ED}" srcOrd="5" destOrd="0" presId="urn:microsoft.com/office/officeart/2005/8/layout/vProcess5"/>
    <dgm:cxn modelId="{C9E6F53B-F428-4F81-B65E-E44D593E3054}" type="presParOf" srcId="{CF082A1A-8998-4887-8BFE-5878100698DC}" destId="{D172AA12-0FC4-44E3-BF68-002BD18BB184}" srcOrd="6" destOrd="0" presId="urn:microsoft.com/office/officeart/2005/8/layout/vProcess5"/>
    <dgm:cxn modelId="{D8B6E257-1EBD-4C4A-9285-3FF445B20910}" type="presParOf" srcId="{CF082A1A-8998-4887-8BFE-5878100698DC}" destId="{208D18AA-491D-4571-8311-C5B356A378E6}" srcOrd="7" destOrd="0" presId="urn:microsoft.com/office/officeart/2005/8/layout/vProcess5"/>
    <dgm:cxn modelId="{9CEECC33-AADF-4BB7-B20B-8755CC0DE0EA}" type="presParOf" srcId="{CF082A1A-8998-4887-8BFE-5878100698DC}" destId="{C0868CE8-F5BA-4713-8568-4718A19FBE6E}"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7035A4E-4D85-4A5D-B79F-9C89E3F04942}"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C22951DF-7262-4833-B994-A181BA8A5AEE}">
      <dgm:prSet/>
      <dgm:spPr/>
      <dgm:t>
        <a:bodyPr/>
        <a:lstStyle/>
        <a:p>
          <a:pPr>
            <a:lnSpc>
              <a:spcPct val="100000"/>
            </a:lnSpc>
          </a:pPr>
          <a:r>
            <a:rPr lang="en-US"/>
            <a:t>Playwright was new struggled to track redirects &amp; console errors</a:t>
          </a:r>
        </a:p>
      </dgm:t>
    </dgm:pt>
    <dgm:pt modelId="{EB00BA35-4EE9-41B4-B38D-020D982BB769}" type="parTrans" cxnId="{F4782844-AF86-40A8-935D-03EDF2578A9E}">
      <dgm:prSet/>
      <dgm:spPr/>
      <dgm:t>
        <a:bodyPr/>
        <a:lstStyle/>
        <a:p>
          <a:endParaRPr lang="en-US"/>
        </a:p>
      </dgm:t>
    </dgm:pt>
    <dgm:pt modelId="{F402B592-B77E-4D66-AADE-54E4D3410FC8}" type="sibTrans" cxnId="{F4782844-AF86-40A8-935D-03EDF2578A9E}">
      <dgm:prSet/>
      <dgm:spPr/>
      <dgm:t>
        <a:bodyPr/>
        <a:lstStyle/>
        <a:p>
          <a:pPr>
            <a:lnSpc>
              <a:spcPct val="100000"/>
            </a:lnSpc>
          </a:pPr>
          <a:endParaRPr lang="en-US"/>
        </a:p>
      </dgm:t>
    </dgm:pt>
    <dgm:pt modelId="{34071D30-D938-47A5-B127-9F2FAB7EABBB}">
      <dgm:prSet/>
      <dgm:spPr/>
      <dgm:t>
        <a:bodyPr/>
        <a:lstStyle/>
        <a:p>
          <a:pPr>
            <a:lnSpc>
              <a:spcPct val="100000"/>
            </a:lnSpc>
          </a:pPr>
          <a:r>
            <a:rPr lang="en-US"/>
            <a:t>Initial runs missed popups and downloads</a:t>
          </a:r>
        </a:p>
      </dgm:t>
    </dgm:pt>
    <dgm:pt modelId="{6636010E-B594-4AC4-A440-E3089849269E}" type="parTrans" cxnId="{9F7DFA06-A15B-4DE7-BA0A-E9A6E0902909}">
      <dgm:prSet/>
      <dgm:spPr/>
      <dgm:t>
        <a:bodyPr/>
        <a:lstStyle/>
        <a:p>
          <a:endParaRPr lang="en-US"/>
        </a:p>
      </dgm:t>
    </dgm:pt>
    <dgm:pt modelId="{11CF7963-15F2-485F-BCBA-F31D023EB5B9}" type="sibTrans" cxnId="{9F7DFA06-A15B-4DE7-BA0A-E9A6E0902909}">
      <dgm:prSet/>
      <dgm:spPr/>
      <dgm:t>
        <a:bodyPr/>
        <a:lstStyle/>
        <a:p>
          <a:pPr>
            <a:lnSpc>
              <a:spcPct val="100000"/>
            </a:lnSpc>
          </a:pPr>
          <a:endParaRPr lang="en-US"/>
        </a:p>
      </dgm:t>
    </dgm:pt>
    <dgm:pt modelId="{69D209A7-6841-4C18-A499-BBBAA94794BE}">
      <dgm:prSet/>
      <dgm:spPr/>
      <dgm:t>
        <a:bodyPr/>
        <a:lstStyle/>
        <a:p>
          <a:pPr>
            <a:lnSpc>
              <a:spcPct val="100000"/>
            </a:lnSpc>
          </a:pPr>
          <a:r>
            <a:rPr lang="en-US"/>
            <a:t>Concerned about running malware on my host machine</a:t>
          </a:r>
        </a:p>
      </dgm:t>
    </dgm:pt>
    <dgm:pt modelId="{4DDEE5C3-3E75-4BAC-A73E-D693EB5B4EFF}" type="parTrans" cxnId="{6E3AF631-D861-49D0-A75A-CE0B919F1621}">
      <dgm:prSet/>
      <dgm:spPr/>
      <dgm:t>
        <a:bodyPr/>
        <a:lstStyle/>
        <a:p>
          <a:endParaRPr lang="en-US"/>
        </a:p>
      </dgm:t>
    </dgm:pt>
    <dgm:pt modelId="{660A3E0E-AAE9-437E-9501-E8E940B95678}" type="sibTrans" cxnId="{6E3AF631-D861-49D0-A75A-CE0B919F1621}">
      <dgm:prSet/>
      <dgm:spPr/>
      <dgm:t>
        <a:bodyPr/>
        <a:lstStyle/>
        <a:p>
          <a:pPr>
            <a:lnSpc>
              <a:spcPct val="100000"/>
            </a:lnSpc>
          </a:pPr>
          <a:endParaRPr lang="en-US"/>
        </a:p>
      </dgm:t>
    </dgm:pt>
    <dgm:pt modelId="{CDD2C29E-7C67-46C9-97C8-18490AF5DAAE}">
      <dgm:prSet/>
      <dgm:spPr/>
      <dgm:t>
        <a:bodyPr/>
        <a:lstStyle/>
        <a:p>
          <a:pPr>
            <a:lnSpc>
              <a:spcPct val="100000"/>
            </a:lnSpc>
          </a:pPr>
          <a:r>
            <a:rPr lang="en-US"/>
            <a:t>This is where it went from reverse honeypot to more of a web crawler for detecting malisous behavoir</a:t>
          </a:r>
        </a:p>
      </dgm:t>
    </dgm:pt>
    <dgm:pt modelId="{EB4EE16F-C2EB-410D-BDB1-AB566279E712}" type="parTrans" cxnId="{FC71B00F-FEF3-49D6-BB06-A94A588C6194}">
      <dgm:prSet/>
      <dgm:spPr/>
      <dgm:t>
        <a:bodyPr/>
        <a:lstStyle/>
        <a:p>
          <a:endParaRPr lang="en-US"/>
        </a:p>
      </dgm:t>
    </dgm:pt>
    <dgm:pt modelId="{03CE8F15-149C-42A3-B84B-FBA9963D6D4F}" type="sibTrans" cxnId="{FC71B00F-FEF3-49D6-BB06-A94A588C6194}">
      <dgm:prSet/>
      <dgm:spPr/>
      <dgm:t>
        <a:bodyPr/>
        <a:lstStyle/>
        <a:p>
          <a:endParaRPr lang="en-US"/>
        </a:p>
      </dgm:t>
    </dgm:pt>
    <dgm:pt modelId="{B9C916DB-F20C-47FE-BB5F-9645F7E1B43B}" type="pres">
      <dgm:prSet presAssocID="{B7035A4E-4D85-4A5D-B79F-9C89E3F04942}" presName="root" presStyleCnt="0">
        <dgm:presLayoutVars>
          <dgm:dir/>
          <dgm:resizeHandles val="exact"/>
        </dgm:presLayoutVars>
      </dgm:prSet>
      <dgm:spPr/>
    </dgm:pt>
    <dgm:pt modelId="{3757C3EC-FD77-4384-A818-E623A5C3DFAE}" type="pres">
      <dgm:prSet presAssocID="{B7035A4E-4D85-4A5D-B79F-9C89E3F04942}" presName="container" presStyleCnt="0">
        <dgm:presLayoutVars>
          <dgm:dir/>
          <dgm:resizeHandles val="exact"/>
        </dgm:presLayoutVars>
      </dgm:prSet>
      <dgm:spPr/>
    </dgm:pt>
    <dgm:pt modelId="{5BA0C924-1391-4358-9933-95F055E9937E}" type="pres">
      <dgm:prSet presAssocID="{C22951DF-7262-4833-B994-A181BA8A5AEE}" presName="compNode" presStyleCnt="0"/>
      <dgm:spPr/>
    </dgm:pt>
    <dgm:pt modelId="{840B0C51-0800-4D92-B9DF-67DD50302C14}" type="pres">
      <dgm:prSet presAssocID="{C22951DF-7262-4833-B994-A181BA8A5AEE}" presName="iconBgRect" presStyleLbl="bgShp" presStyleIdx="0" presStyleCnt="4"/>
      <dgm:spPr/>
    </dgm:pt>
    <dgm:pt modelId="{D9E5BDFA-CFCC-4E42-AB96-659D8419AB87}" type="pres">
      <dgm:prSet presAssocID="{C22951DF-7262-4833-B994-A181BA8A5AEE}"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rama"/>
        </a:ext>
      </dgm:extLst>
    </dgm:pt>
    <dgm:pt modelId="{8362E1AC-10AE-4EF2-A17A-8017C42B1DD1}" type="pres">
      <dgm:prSet presAssocID="{C22951DF-7262-4833-B994-A181BA8A5AEE}" presName="spaceRect" presStyleCnt="0"/>
      <dgm:spPr/>
    </dgm:pt>
    <dgm:pt modelId="{A04E5599-183F-41C0-973C-FC1965286D59}" type="pres">
      <dgm:prSet presAssocID="{C22951DF-7262-4833-B994-A181BA8A5AEE}" presName="textRect" presStyleLbl="revTx" presStyleIdx="0" presStyleCnt="4">
        <dgm:presLayoutVars>
          <dgm:chMax val="1"/>
          <dgm:chPref val="1"/>
        </dgm:presLayoutVars>
      </dgm:prSet>
      <dgm:spPr/>
    </dgm:pt>
    <dgm:pt modelId="{73BF59CA-A7F5-44EF-894F-88ECB761E35F}" type="pres">
      <dgm:prSet presAssocID="{F402B592-B77E-4D66-AADE-54E4D3410FC8}" presName="sibTrans" presStyleLbl="sibTrans2D1" presStyleIdx="0" presStyleCnt="0"/>
      <dgm:spPr/>
    </dgm:pt>
    <dgm:pt modelId="{E557F695-1AA2-46E2-895D-E87D536BC6B3}" type="pres">
      <dgm:prSet presAssocID="{34071D30-D938-47A5-B127-9F2FAB7EABBB}" presName="compNode" presStyleCnt="0"/>
      <dgm:spPr/>
    </dgm:pt>
    <dgm:pt modelId="{11D819E8-EEA9-4972-846C-D23CDF09E7B5}" type="pres">
      <dgm:prSet presAssocID="{34071D30-D938-47A5-B127-9F2FAB7EABBB}" presName="iconBgRect" presStyleLbl="bgShp" presStyleIdx="1" presStyleCnt="4"/>
      <dgm:spPr/>
    </dgm:pt>
    <dgm:pt modelId="{9E85735B-2BDA-4457-AEF6-D1645F8E0BC1}" type="pres">
      <dgm:prSet presAssocID="{34071D30-D938-47A5-B127-9F2FAB7EABBB}"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ownload"/>
        </a:ext>
      </dgm:extLst>
    </dgm:pt>
    <dgm:pt modelId="{DDB6528F-358F-4838-93BA-0E4B706EFEA6}" type="pres">
      <dgm:prSet presAssocID="{34071D30-D938-47A5-B127-9F2FAB7EABBB}" presName="spaceRect" presStyleCnt="0"/>
      <dgm:spPr/>
    </dgm:pt>
    <dgm:pt modelId="{2819DBEC-5136-420F-AD4A-B8867957A0BC}" type="pres">
      <dgm:prSet presAssocID="{34071D30-D938-47A5-B127-9F2FAB7EABBB}" presName="textRect" presStyleLbl="revTx" presStyleIdx="1" presStyleCnt="4">
        <dgm:presLayoutVars>
          <dgm:chMax val="1"/>
          <dgm:chPref val="1"/>
        </dgm:presLayoutVars>
      </dgm:prSet>
      <dgm:spPr/>
    </dgm:pt>
    <dgm:pt modelId="{E83C3309-E215-43EA-A287-A60CE3D27EAD}" type="pres">
      <dgm:prSet presAssocID="{11CF7963-15F2-485F-BCBA-F31D023EB5B9}" presName="sibTrans" presStyleLbl="sibTrans2D1" presStyleIdx="0" presStyleCnt="0"/>
      <dgm:spPr/>
    </dgm:pt>
    <dgm:pt modelId="{425149AA-AD75-4AD6-B9AE-F3EB9DCC67FD}" type="pres">
      <dgm:prSet presAssocID="{69D209A7-6841-4C18-A499-BBBAA94794BE}" presName="compNode" presStyleCnt="0"/>
      <dgm:spPr/>
    </dgm:pt>
    <dgm:pt modelId="{D2D9C7AB-5EB8-4D4E-BA9A-9BF2AC4E411B}" type="pres">
      <dgm:prSet presAssocID="{69D209A7-6841-4C18-A499-BBBAA94794BE}" presName="iconBgRect" presStyleLbl="bgShp" presStyleIdx="2" presStyleCnt="4"/>
      <dgm:spPr/>
    </dgm:pt>
    <dgm:pt modelId="{9BDA7C23-50E7-452B-8871-1FC436675262}" type="pres">
      <dgm:prSet presAssocID="{69D209A7-6841-4C18-A499-BBBAA94794BE}"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omputer"/>
        </a:ext>
      </dgm:extLst>
    </dgm:pt>
    <dgm:pt modelId="{545BC7B3-E339-4722-B0EF-DE1218C67BC6}" type="pres">
      <dgm:prSet presAssocID="{69D209A7-6841-4C18-A499-BBBAA94794BE}" presName="spaceRect" presStyleCnt="0"/>
      <dgm:spPr/>
    </dgm:pt>
    <dgm:pt modelId="{1FED62D5-F73E-423D-BA52-3428E32FC6BB}" type="pres">
      <dgm:prSet presAssocID="{69D209A7-6841-4C18-A499-BBBAA94794BE}" presName="textRect" presStyleLbl="revTx" presStyleIdx="2" presStyleCnt="4">
        <dgm:presLayoutVars>
          <dgm:chMax val="1"/>
          <dgm:chPref val="1"/>
        </dgm:presLayoutVars>
      </dgm:prSet>
      <dgm:spPr/>
    </dgm:pt>
    <dgm:pt modelId="{8D9DD31F-9361-4775-B9F8-F0B890B694AE}" type="pres">
      <dgm:prSet presAssocID="{660A3E0E-AAE9-437E-9501-E8E940B95678}" presName="sibTrans" presStyleLbl="sibTrans2D1" presStyleIdx="0" presStyleCnt="0"/>
      <dgm:spPr/>
    </dgm:pt>
    <dgm:pt modelId="{F25D4832-1CD2-40AC-8A90-DE43C1370A48}" type="pres">
      <dgm:prSet presAssocID="{CDD2C29E-7C67-46C9-97C8-18490AF5DAAE}" presName="compNode" presStyleCnt="0"/>
      <dgm:spPr/>
    </dgm:pt>
    <dgm:pt modelId="{F68870FC-6CBD-4CD8-A9B7-725234E8CB3C}" type="pres">
      <dgm:prSet presAssocID="{CDD2C29E-7C67-46C9-97C8-18490AF5DAAE}" presName="iconBgRect" presStyleLbl="bgShp" presStyleIdx="3" presStyleCnt="4"/>
      <dgm:spPr/>
    </dgm:pt>
    <dgm:pt modelId="{2B79FEB2-1E91-499D-9153-B4F6887AD104}" type="pres">
      <dgm:prSet presAssocID="{CDD2C29E-7C67-46C9-97C8-18490AF5DAAE}"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heckmark"/>
        </a:ext>
      </dgm:extLst>
    </dgm:pt>
    <dgm:pt modelId="{1207ABA9-46EA-4CDC-A993-4346331905F8}" type="pres">
      <dgm:prSet presAssocID="{CDD2C29E-7C67-46C9-97C8-18490AF5DAAE}" presName="spaceRect" presStyleCnt="0"/>
      <dgm:spPr/>
    </dgm:pt>
    <dgm:pt modelId="{3C914AFB-7729-44EF-95A8-0DEC1C4E98EF}" type="pres">
      <dgm:prSet presAssocID="{CDD2C29E-7C67-46C9-97C8-18490AF5DAAE}" presName="textRect" presStyleLbl="revTx" presStyleIdx="3" presStyleCnt="4">
        <dgm:presLayoutVars>
          <dgm:chMax val="1"/>
          <dgm:chPref val="1"/>
        </dgm:presLayoutVars>
      </dgm:prSet>
      <dgm:spPr/>
    </dgm:pt>
  </dgm:ptLst>
  <dgm:cxnLst>
    <dgm:cxn modelId="{9F7DFA06-A15B-4DE7-BA0A-E9A6E0902909}" srcId="{B7035A4E-4D85-4A5D-B79F-9C89E3F04942}" destId="{34071D30-D938-47A5-B127-9F2FAB7EABBB}" srcOrd="1" destOrd="0" parTransId="{6636010E-B594-4AC4-A440-E3089849269E}" sibTransId="{11CF7963-15F2-485F-BCBA-F31D023EB5B9}"/>
    <dgm:cxn modelId="{FC71B00F-FEF3-49D6-BB06-A94A588C6194}" srcId="{B7035A4E-4D85-4A5D-B79F-9C89E3F04942}" destId="{CDD2C29E-7C67-46C9-97C8-18490AF5DAAE}" srcOrd="3" destOrd="0" parTransId="{EB4EE16F-C2EB-410D-BDB1-AB566279E712}" sibTransId="{03CE8F15-149C-42A3-B84B-FBA9963D6D4F}"/>
    <dgm:cxn modelId="{8D131E16-3D2C-43CF-B963-550850A27099}" type="presOf" srcId="{C22951DF-7262-4833-B994-A181BA8A5AEE}" destId="{A04E5599-183F-41C0-973C-FC1965286D59}" srcOrd="0" destOrd="0" presId="urn:microsoft.com/office/officeart/2018/2/layout/IconCircleList"/>
    <dgm:cxn modelId="{22538C28-CDD7-4644-B9E7-46044C4535DE}" type="presOf" srcId="{660A3E0E-AAE9-437E-9501-E8E940B95678}" destId="{8D9DD31F-9361-4775-B9F8-F0B890B694AE}" srcOrd="0" destOrd="0" presId="urn:microsoft.com/office/officeart/2018/2/layout/IconCircleList"/>
    <dgm:cxn modelId="{6E3AF631-D861-49D0-A75A-CE0B919F1621}" srcId="{B7035A4E-4D85-4A5D-B79F-9C89E3F04942}" destId="{69D209A7-6841-4C18-A499-BBBAA94794BE}" srcOrd="2" destOrd="0" parTransId="{4DDEE5C3-3E75-4BAC-A73E-D693EB5B4EFF}" sibTransId="{660A3E0E-AAE9-437E-9501-E8E940B95678}"/>
    <dgm:cxn modelId="{F4782844-AF86-40A8-935D-03EDF2578A9E}" srcId="{B7035A4E-4D85-4A5D-B79F-9C89E3F04942}" destId="{C22951DF-7262-4833-B994-A181BA8A5AEE}" srcOrd="0" destOrd="0" parTransId="{EB00BA35-4EE9-41B4-B38D-020D982BB769}" sibTransId="{F402B592-B77E-4D66-AADE-54E4D3410FC8}"/>
    <dgm:cxn modelId="{3C24DC7E-3889-4ED5-925D-42DEDF66E2BF}" type="presOf" srcId="{F402B592-B77E-4D66-AADE-54E4D3410FC8}" destId="{73BF59CA-A7F5-44EF-894F-88ECB761E35F}" srcOrd="0" destOrd="0" presId="urn:microsoft.com/office/officeart/2018/2/layout/IconCircleList"/>
    <dgm:cxn modelId="{4F87BD86-83FD-449C-85FE-1277FECEC8EB}" type="presOf" srcId="{34071D30-D938-47A5-B127-9F2FAB7EABBB}" destId="{2819DBEC-5136-420F-AD4A-B8867957A0BC}" srcOrd="0" destOrd="0" presId="urn:microsoft.com/office/officeart/2018/2/layout/IconCircleList"/>
    <dgm:cxn modelId="{F9CBC499-0BB1-44B8-A8D1-D563204961EF}" type="presOf" srcId="{11CF7963-15F2-485F-BCBA-F31D023EB5B9}" destId="{E83C3309-E215-43EA-A287-A60CE3D27EAD}" srcOrd="0" destOrd="0" presId="urn:microsoft.com/office/officeart/2018/2/layout/IconCircleList"/>
    <dgm:cxn modelId="{02D8D49A-411C-4769-9BF2-E056236E2CFC}" type="presOf" srcId="{CDD2C29E-7C67-46C9-97C8-18490AF5DAAE}" destId="{3C914AFB-7729-44EF-95A8-0DEC1C4E98EF}" srcOrd="0" destOrd="0" presId="urn:microsoft.com/office/officeart/2018/2/layout/IconCircleList"/>
    <dgm:cxn modelId="{A1B558B8-FAA7-44E1-BA30-5AF3710AE1EA}" type="presOf" srcId="{69D209A7-6841-4C18-A499-BBBAA94794BE}" destId="{1FED62D5-F73E-423D-BA52-3428E32FC6BB}" srcOrd="0" destOrd="0" presId="urn:microsoft.com/office/officeart/2018/2/layout/IconCircleList"/>
    <dgm:cxn modelId="{D0556AE5-4B0B-42E0-BE0B-3151C2B27390}" type="presOf" srcId="{B7035A4E-4D85-4A5D-B79F-9C89E3F04942}" destId="{B9C916DB-F20C-47FE-BB5F-9645F7E1B43B}" srcOrd="0" destOrd="0" presId="urn:microsoft.com/office/officeart/2018/2/layout/IconCircleList"/>
    <dgm:cxn modelId="{E8E3308A-9D04-4C4C-B654-2FAAD0B5DA5E}" type="presParOf" srcId="{B9C916DB-F20C-47FE-BB5F-9645F7E1B43B}" destId="{3757C3EC-FD77-4384-A818-E623A5C3DFAE}" srcOrd="0" destOrd="0" presId="urn:microsoft.com/office/officeart/2018/2/layout/IconCircleList"/>
    <dgm:cxn modelId="{ADAC698D-14F6-4292-9F8B-956F4E2D0D58}" type="presParOf" srcId="{3757C3EC-FD77-4384-A818-E623A5C3DFAE}" destId="{5BA0C924-1391-4358-9933-95F055E9937E}" srcOrd="0" destOrd="0" presId="urn:microsoft.com/office/officeart/2018/2/layout/IconCircleList"/>
    <dgm:cxn modelId="{6C058EE8-1F00-443A-8D14-ACC338E38D8C}" type="presParOf" srcId="{5BA0C924-1391-4358-9933-95F055E9937E}" destId="{840B0C51-0800-4D92-B9DF-67DD50302C14}" srcOrd="0" destOrd="0" presId="urn:microsoft.com/office/officeart/2018/2/layout/IconCircleList"/>
    <dgm:cxn modelId="{7DEB5960-19D5-4EA1-A439-C5D06F29ACB5}" type="presParOf" srcId="{5BA0C924-1391-4358-9933-95F055E9937E}" destId="{D9E5BDFA-CFCC-4E42-AB96-659D8419AB87}" srcOrd="1" destOrd="0" presId="urn:microsoft.com/office/officeart/2018/2/layout/IconCircleList"/>
    <dgm:cxn modelId="{E00431BC-AE5F-430B-A1F9-9037A9D6E988}" type="presParOf" srcId="{5BA0C924-1391-4358-9933-95F055E9937E}" destId="{8362E1AC-10AE-4EF2-A17A-8017C42B1DD1}" srcOrd="2" destOrd="0" presId="urn:microsoft.com/office/officeart/2018/2/layout/IconCircleList"/>
    <dgm:cxn modelId="{3DC0C664-5F4A-49B1-BD27-3DB1BF8E3896}" type="presParOf" srcId="{5BA0C924-1391-4358-9933-95F055E9937E}" destId="{A04E5599-183F-41C0-973C-FC1965286D59}" srcOrd="3" destOrd="0" presId="urn:microsoft.com/office/officeart/2018/2/layout/IconCircleList"/>
    <dgm:cxn modelId="{E774711F-525F-405B-B02A-B775A267EAC1}" type="presParOf" srcId="{3757C3EC-FD77-4384-A818-E623A5C3DFAE}" destId="{73BF59CA-A7F5-44EF-894F-88ECB761E35F}" srcOrd="1" destOrd="0" presId="urn:microsoft.com/office/officeart/2018/2/layout/IconCircleList"/>
    <dgm:cxn modelId="{10A122E8-7A36-4DC1-99F1-209599DF861E}" type="presParOf" srcId="{3757C3EC-FD77-4384-A818-E623A5C3DFAE}" destId="{E557F695-1AA2-46E2-895D-E87D536BC6B3}" srcOrd="2" destOrd="0" presId="urn:microsoft.com/office/officeart/2018/2/layout/IconCircleList"/>
    <dgm:cxn modelId="{CF9136D6-08F2-4A95-8BA3-26717FC5D39B}" type="presParOf" srcId="{E557F695-1AA2-46E2-895D-E87D536BC6B3}" destId="{11D819E8-EEA9-4972-846C-D23CDF09E7B5}" srcOrd="0" destOrd="0" presId="urn:microsoft.com/office/officeart/2018/2/layout/IconCircleList"/>
    <dgm:cxn modelId="{4F2D29ED-E8B1-4CD3-A956-6288849E5EF7}" type="presParOf" srcId="{E557F695-1AA2-46E2-895D-E87D536BC6B3}" destId="{9E85735B-2BDA-4457-AEF6-D1645F8E0BC1}" srcOrd="1" destOrd="0" presId="urn:microsoft.com/office/officeart/2018/2/layout/IconCircleList"/>
    <dgm:cxn modelId="{49224E3B-45D8-4DE1-9DBD-19B47E7FFA4E}" type="presParOf" srcId="{E557F695-1AA2-46E2-895D-E87D536BC6B3}" destId="{DDB6528F-358F-4838-93BA-0E4B706EFEA6}" srcOrd="2" destOrd="0" presId="urn:microsoft.com/office/officeart/2018/2/layout/IconCircleList"/>
    <dgm:cxn modelId="{097BAF21-7292-4BF9-B35C-C1A644FB080A}" type="presParOf" srcId="{E557F695-1AA2-46E2-895D-E87D536BC6B3}" destId="{2819DBEC-5136-420F-AD4A-B8867957A0BC}" srcOrd="3" destOrd="0" presId="urn:microsoft.com/office/officeart/2018/2/layout/IconCircleList"/>
    <dgm:cxn modelId="{096C523A-85B2-4B13-80AA-A4CFE9302A20}" type="presParOf" srcId="{3757C3EC-FD77-4384-A818-E623A5C3DFAE}" destId="{E83C3309-E215-43EA-A287-A60CE3D27EAD}" srcOrd="3" destOrd="0" presId="urn:microsoft.com/office/officeart/2018/2/layout/IconCircleList"/>
    <dgm:cxn modelId="{838F3256-7B3A-4998-93AE-F13023865AAD}" type="presParOf" srcId="{3757C3EC-FD77-4384-A818-E623A5C3DFAE}" destId="{425149AA-AD75-4AD6-B9AE-F3EB9DCC67FD}" srcOrd="4" destOrd="0" presId="urn:microsoft.com/office/officeart/2018/2/layout/IconCircleList"/>
    <dgm:cxn modelId="{1F92121D-7FF3-45F5-888F-8AF010834BBD}" type="presParOf" srcId="{425149AA-AD75-4AD6-B9AE-F3EB9DCC67FD}" destId="{D2D9C7AB-5EB8-4D4E-BA9A-9BF2AC4E411B}" srcOrd="0" destOrd="0" presId="urn:microsoft.com/office/officeart/2018/2/layout/IconCircleList"/>
    <dgm:cxn modelId="{4EFAEA8E-E4BD-4969-9B22-6344979C37B6}" type="presParOf" srcId="{425149AA-AD75-4AD6-B9AE-F3EB9DCC67FD}" destId="{9BDA7C23-50E7-452B-8871-1FC436675262}" srcOrd="1" destOrd="0" presId="urn:microsoft.com/office/officeart/2018/2/layout/IconCircleList"/>
    <dgm:cxn modelId="{0FECF8DF-8E72-4BE5-A09F-FF574AFF411E}" type="presParOf" srcId="{425149AA-AD75-4AD6-B9AE-F3EB9DCC67FD}" destId="{545BC7B3-E339-4722-B0EF-DE1218C67BC6}" srcOrd="2" destOrd="0" presId="urn:microsoft.com/office/officeart/2018/2/layout/IconCircleList"/>
    <dgm:cxn modelId="{523395EA-555F-413B-BA07-46E717195628}" type="presParOf" srcId="{425149AA-AD75-4AD6-B9AE-F3EB9DCC67FD}" destId="{1FED62D5-F73E-423D-BA52-3428E32FC6BB}" srcOrd="3" destOrd="0" presId="urn:microsoft.com/office/officeart/2018/2/layout/IconCircleList"/>
    <dgm:cxn modelId="{47032C88-1EA0-4F84-B754-8913ECA5408B}" type="presParOf" srcId="{3757C3EC-FD77-4384-A818-E623A5C3DFAE}" destId="{8D9DD31F-9361-4775-B9F8-F0B890B694AE}" srcOrd="5" destOrd="0" presId="urn:microsoft.com/office/officeart/2018/2/layout/IconCircleList"/>
    <dgm:cxn modelId="{97D93F70-7DF8-4027-BDAE-F6646044D138}" type="presParOf" srcId="{3757C3EC-FD77-4384-A818-E623A5C3DFAE}" destId="{F25D4832-1CD2-40AC-8A90-DE43C1370A48}" srcOrd="6" destOrd="0" presId="urn:microsoft.com/office/officeart/2018/2/layout/IconCircleList"/>
    <dgm:cxn modelId="{CF3BBE33-490E-4469-A3C4-9BD74625A17E}" type="presParOf" srcId="{F25D4832-1CD2-40AC-8A90-DE43C1370A48}" destId="{F68870FC-6CBD-4CD8-A9B7-725234E8CB3C}" srcOrd="0" destOrd="0" presId="urn:microsoft.com/office/officeart/2018/2/layout/IconCircleList"/>
    <dgm:cxn modelId="{61380D3B-B173-4D7F-82DC-8E535C7F6376}" type="presParOf" srcId="{F25D4832-1CD2-40AC-8A90-DE43C1370A48}" destId="{2B79FEB2-1E91-499D-9153-B4F6887AD104}" srcOrd="1" destOrd="0" presId="urn:microsoft.com/office/officeart/2018/2/layout/IconCircleList"/>
    <dgm:cxn modelId="{3D9EEC92-7FAB-4C96-96C4-7FA48CC4DBFF}" type="presParOf" srcId="{F25D4832-1CD2-40AC-8A90-DE43C1370A48}" destId="{1207ABA9-46EA-4CDC-A993-4346331905F8}" srcOrd="2" destOrd="0" presId="urn:microsoft.com/office/officeart/2018/2/layout/IconCircleList"/>
    <dgm:cxn modelId="{25CF46A8-0E7E-4FCA-A7AC-EB8AEA70A641}" type="presParOf" srcId="{F25D4832-1CD2-40AC-8A90-DE43C1370A48}" destId="{3C914AFB-7729-44EF-95A8-0DEC1C4E98EF}"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7244CEF-5BC9-4161-830B-B79F257F510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78678BE-7343-42A1-A507-8217D1E1B1C5}">
      <dgm:prSet/>
      <dgm:spPr/>
      <dgm:t>
        <a:bodyPr/>
        <a:lstStyle/>
        <a:p>
          <a:pPr>
            <a:lnSpc>
              <a:spcPct val="100000"/>
            </a:lnSpc>
          </a:pPr>
          <a:r>
            <a:rPr lang="en-US"/>
            <a:t>Benign sites: minimal redirects, no popups, clean logs</a:t>
          </a:r>
        </a:p>
      </dgm:t>
    </dgm:pt>
    <dgm:pt modelId="{8B669DDB-F1F0-4C2B-B6B4-6EAC85F4E5C1}" type="parTrans" cxnId="{139BF27A-6EC8-46EC-A323-419762475BAD}">
      <dgm:prSet/>
      <dgm:spPr/>
      <dgm:t>
        <a:bodyPr/>
        <a:lstStyle/>
        <a:p>
          <a:endParaRPr lang="en-US"/>
        </a:p>
      </dgm:t>
    </dgm:pt>
    <dgm:pt modelId="{F3DF0BD2-DD14-47B7-A058-8AFCE67BE8DA}" type="sibTrans" cxnId="{139BF27A-6EC8-46EC-A323-419762475BAD}">
      <dgm:prSet/>
      <dgm:spPr/>
      <dgm:t>
        <a:bodyPr/>
        <a:lstStyle/>
        <a:p>
          <a:endParaRPr lang="en-US"/>
        </a:p>
      </dgm:t>
    </dgm:pt>
    <dgm:pt modelId="{FF0BEE18-11A7-433B-958E-94DC9C3D4DB5}">
      <dgm:prSet/>
      <dgm:spPr/>
      <dgm:t>
        <a:bodyPr/>
        <a:lstStyle/>
        <a:p>
          <a:pPr>
            <a:lnSpc>
              <a:spcPct val="100000"/>
            </a:lnSpc>
          </a:pPr>
          <a:r>
            <a:rPr lang="en-US"/>
            <a:t>Suspicious sites: multiple redirects, popups, trackers</a:t>
          </a:r>
        </a:p>
      </dgm:t>
    </dgm:pt>
    <dgm:pt modelId="{0E055E4A-4D34-4E1E-BD61-C9979F0A008B}" type="parTrans" cxnId="{549F9027-CEFB-4AF1-A5F7-B659B016F52F}">
      <dgm:prSet/>
      <dgm:spPr/>
      <dgm:t>
        <a:bodyPr/>
        <a:lstStyle/>
        <a:p>
          <a:endParaRPr lang="en-US"/>
        </a:p>
      </dgm:t>
    </dgm:pt>
    <dgm:pt modelId="{AE351C02-E370-4134-A35B-4BCA6E968EE2}" type="sibTrans" cxnId="{549F9027-CEFB-4AF1-A5F7-B659B016F52F}">
      <dgm:prSet/>
      <dgm:spPr/>
      <dgm:t>
        <a:bodyPr/>
        <a:lstStyle/>
        <a:p>
          <a:endParaRPr lang="en-US"/>
        </a:p>
      </dgm:t>
    </dgm:pt>
    <dgm:pt modelId="{D62951CC-13AF-4EF8-9F37-482C8ED9BFAE}">
      <dgm:prSet/>
      <dgm:spPr/>
      <dgm:t>
        <a:bodyPr/>
        <a:lstStyle/>
        <a:p>
          <a:pPr>
            <a:lnSpc>
              <a:spcPct val="100000"/>
            </a:lnSpc>
          </a:pPr>
          <a:r>
            <a:rPr lang="en-US" dirty="0"/>
            <a:t>Risk scores aligned well with expected threat levels </a:t>
          </a:r>
        </a:p>
      </dgm:t>
    </dgm:pt>
    <dgm:pt modelId="{793C7DC3-1528-4B6D-8962-0C56AC34BD1C}" type="parTrans" cxnId="{38C0DB00-A1B9-4627-BB61-D35AA253F963}">
      <dgm:prSet/>
      <dgm:spPr/>
      <dgm:t>
        <a:bodyPr/>
        <a:lstStyle/>
        <a:p>
          <a:endParaRPr lang="en-US"/>
        </a:p>
      </dgm:t>
    </dgm:pt>
    <dgm:pt modelId="{4FA1B99C-F41F-4440-913D-CBD95EB2FB10}" type="sibTrans" cxnId="{38C0DB00-A1B9-4627-BB61-D35AA253F963}">
      <dgm:prSet/>
      <dgm:spPr/>
      <dgm:t>
        <a:bodyPr/>
        <a:lstStyle/>
        <a:p>
          <a:endParaRPr lang="en-US"/>
        </a:p>
      </dgm:t>
    </dgm:pt>
    <dgm:pt modelId="{0DCA6BE1-6C6F-4FD2-A586-8F912A12F5C9}">
      <dgm:prSet/>
      <dgm:spPr/>
      <dgm:t>
        <a:bodyPr/>
        <a:lstStyle/>
        <a:p>
          <a:pPr>
            <a:lnSpc>
              <a:spcPct val="100000"/>
            </a:lnSpc>
          </a:pPr>
          <a:r>
            <a:rPr lang="en-US" dirty="0"/>
            <a:t>Malicious sites: auto-downloads, heavy redirects, popups</a:t>
          </a:r>
        </a:p>
      </dgm:t>
    </dgm:pt>
    <dgm:pt modelId="{79B638B4-FC26-4631-9F55-C9DD9C7DF8F8}" type="parTrans" cxnId="{ABCFE10D-E566-478E-A6DB-4A7C5B7C9BFC}">
      <dgm:prSet/>
      <dgm:spPr/>
      <dgm:t>
        <a:bodyPr/>
        <a:lstStyle/>
        <a:p>
          <a:endParaRPr lang="en-US"/>
        </a:p>
      </dgm:t>
    </dgm:pt>
    <dgm:pt modelId="{B13A2316-E8D6-4E2E-A0F9-18A87FA50E54}" type="sibTrans" cxnId="{ABCFE10D-E566-478E-A6DB-4A7C5B7C9BFC}">
      <dgm:prSet/>
      <dgm:spPr/>
      <dgm:t>
        <a:bodyPr/>
        <a:lstStyle/>
        <a:p>
          <a:endParaRPr lang="en-US"/>
        </a:p>
      </dgm:t>
    </dgm:pt>
    <dgm:pt modelId="{1B90F628-EEF5-4B1F-888B-CA309AFF6779}" type="pres">
      <dgm:prSet presAssocID="{87244CEF-5BC9-4161-830B-B79F257F5109}" presName="root" presStyleCnt="0">
        <dgm:presLayoutVars>
          <dgm:dir/>
          <dgm:resizeHandles val="exact"/>
        </dgm:presLayoutVars>
      </dgm:prSet>
      <dgm:spPr/>
    </dgm:pt>
    <dgm:pt modelId="{34C948EC-8099-4FDE-AEE4-77C944CB1DC6}" type="pres">
      <dgm:prSet presAssocID="{378678BE-7343-42A1-A507-8217D1E1B1C5}" presName="compNode" presStyleCnt="0"/>
      <dgm:spPr/>
    </dgm:pt>
    <dgm:pt modelId="{8ED5A5BA-5AE3-4792-896A-500370D61F9A}" type="pres">
      <dgm:prSet presAssocID="{378678BE-7343-42A1-A507-8217D1E1B1C5}" presName="bgRect" presStyleLbl="bgShp" presStyleIdx="0" presStyleCnt="4"/>
      <dgm:spPr/>
    </dgm:pt>
    <dgm:pt modelId="{6592AEDB-ACC1-4277-9FAB-9AEDEFA20DA7}" type="pres">
      <dgm:prSet presAssocID="{378678BE-7343-42A1-A507-8217D1E1B1C5}"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hredder"/>
        </a:ext>
      </dgm:extLst>
    </dgm:pt>
    <dgm:pt modelId="{BBFAD802-2307-4A00-BA7D-C8A40923406E}" type="pres">
      <dgm:prSet presAssocID="{378678BE-7343-42A1-A507-8217D1E1B1C5}" presName="spaceRect" presStyleCnt="0"/>
      <dgm:spPr/>
    </dgm:pt>
    <dgm:pt modelId="{8E28E299-3D39-4C59-8A41-AD21DEA01D29}" type="pres">
      <dgm:prSet presAssocID="{378678BE-7343-42A1-A507-8217D1E1B1C5}" presName="parTx" presStyleLbl="revTx" presStyleIdx="0" presStyleCnt="4">
        <dgm:presLayoutVars>
          <dgm:chMax val="0"/>
          <dgm:chPref val="0"/>
        </dgm:presLayoutVars>
      </dgm:prSet>
      <dgm:spPr/>
    </dgm:pt>
    <dgm:pt modelId="{D0FB25B8-80AC-4DB0-A767-81516586E877}" type="pres">
      <dgm:prSet presAssocID="{F3DF0BD2-DD14-47B7-A058-8AFCE67BE8DA}" presName="sibTrans" presStyleCnt="0"/>
      <dgm:spPr/>
    </dgm:pt>
    <dgm:pt modelId="{9098BAF8-9ADA-472A-8AAA-D31E322B6076}" type="pres">
      <dgm:prSet presAssocID="{FF0BEE18-11A7-433B-958E-94DC9C3D4DB5}" presName="compNode" presStyleCnt="0"/>
      <dgm:spPr/>
    </dgm:pt>
    <dgm:pt modelId="{DC1F8412-CFA5-4D9E-9440-FF065FF21DF2}" type="pres">
      <dgm:prSet presAssocID="{FF0BEE18-11A7-433B-958E-94DC9C3D4DB5}" presName="bgRect" presStyleLbl="bgShp" presStyleIdx="1" presStyleCnt="4"/>
      <dgm:spPr/>
    </dgm:pt>
    <dgm:pt modelId="{1C35EA47-30B6-4667-A86E-CC2ABD59C2D5}" type="pres">
      <dgm:prSet presAssocID="{FF0BEE18-11A7-433B-958E-94DC9C3D4DB5}"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inger Print"/>
        </a:ext>
      </dgm:extLst>
    </dgm:pt>
    <dgm:pt modelId="{396DF711-ECFC-4857-B5D4-C20CD7E4F803}" type="pres">
      <dgm:prSet presAssocID="{FF0BEE18-11A7-433B-958E-94DC9C3D4DB5}" presName="spaceRect" presStyleCnt="0"/>
      <dgm:spPr/>
    </dgm:pt>
    <dgm:pt modelId="{95C54E64-9C1C-4CD2-904E-69FB765064FC}" type="pres">
      <dgm:prSet presAssocID="{FF0BEE18-11A7-433B-958E-94DC9C3D4DB5}" presName="parTx" presStyleLbl="revTx" presStyleIdx="1" presStyleCnt="4">
        <dgm:presLayoutVars>
          <dgm:chMax val="0"/>
          <dgm:chPref val="0"/>
        </dgm:presLayoutVars>
      </dgm:prSet>
      <dgm:spPr/>
    </dgm:pt>
    <dgm:pt modelId="{02FEF103-BC64-4F80-B409-800DF81FF88B}" type="pres">
      <dgm:prSet presAssocID="{AE351C02-E370-4134-A35B-4BCA6E968EE2}" presName="sibTrans" presStyleCnt="0"/>
      <dgm:spPr/>
    </dgm:pt>
    <dgm:pt modelId="{96F50451-F3F3-4E4E-B4C2-58195F41322E}" type="pres">
      <dgm:prSet presAssocID="{0DCA6BE1-6C6F-4FD2-A586-8F912A12F5C9}" presName="compNode" presStyleCnt="0"/>
      <dgm:spPr/>
    </dgm:pt>
    <dgm:pt modelId="{AD5D3EF1-B7BE-4A41-AD2A-3DEDACEAC90A}" type="pres">
      <dgm:prSet presAssocID="{0DCA6BE1-6C6F-4FD2-A586-8F912A12F5C9}" presName="bgRect" presStyleLbl="bgShp" presStyleIdx="2" presStyleCnt="4"/>
      <dgm:spPr/>
    </dgm:pt>
    <dgm:pt modelId="{A97578C5-A66C-4C13-BF70-2DFD4D84602C}" type="pres">
      <dgm:prSet presAssocID="{0DCA6BE1-6C6F-4FD2-A586-8F912A12F5C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Warning"/>
        </a:ext>
      </dgm:extLst>
    </dgm:pt>
    <dgm:pt modelId="{C78C6623-8E3A-4257-B53A-13D1BD1A6794}" type="pres">
      <dgm:prSet presAssocID="{0DCA6BE1-6C6F-4FD2-A586-8F912A12F5C9}" presName="spaceRect" presStyleCnt="0"/>
      <dgm:spPr/>
    </dgm:pt>
    <dgm:pt modelId="{180998AA-9E4B-4D7F-8D3B-6B00D42E6ADE}" type="pres">
      <dgm:prSet presAssocID="{0DCA6BE1-6C6F-4FD2-A586-8F912A12F5C9}" presName="parTx" presStyleLbl="revTx" presStyleIdx="2" presStyleCnt="4">
        <dgm:presLayoutVars>
          <dgm:chMax val="0"/>
          <dgm:chPref val="0"/>
        </dgm:presLayoutVars>
      </dgm:prSet>
      <dgm:spPr/>
    </dgm:pt>
    <dgm:pt modelId="{F4800F14-F735-4645-B583-698681DFF233}" type="pres">
      <dgm:prSet presAssocID="{B13A2316-E8D6-4E2E-A0F9-18A87FA50E54}" presName="sibTrans" presStyleCnt="0"/>
      <dgm:spPr/>
    </dgm:pt>
    <dgm:pt modelId="{F647A9E3-7BC9-4FEC-B2F4-C0A38640E3E4}" type="pres">
      <dgm:prSet presAssocID="{D62951CC-13AF-4EF8-9F37-482C8ED9BFAE}" presName="compNode" presStyleCnt="0"/>
      <dgm:spPr/>
    </dgm:pt>
    <dgm:pt modelId="{2F6FF054-3EE4-4A0F-8E7A-5B406C38C71C}" type="pres">
      <dgm:prSet presAssocID="{D62951CC-13AF-4EF8-9F37-482C8ED9BFAE}" presName="bgRect" presStyleLbl="bgShp" presStyleIdx="3" presStyleCnt="4"/>
      <dgm:spPr/>
    </dgm:pt>
    <dgm:pt modelId="{BBC52A3F-A32C-439B-90E9-48B68A298594}" type="pres">
      <dgm:prSet presAssocID="{D62951CC-13AF-4EF8-9F37-482C8ED9BFAE}"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itcoin"/>
        </a:ext>
      </dgm:extLst>
    </dgm:pt>
    <dgm:pt modelId="{011CF71A-02DE-46C3-A681-886C12A2AA09}" type="pres">
      <dgm:prSet presAssocID="{D62951CC-13AF-4EF8-9F37-482C8ED9BFAE}" presName="spaceRect" presStyleCnt="0"/>
      <dgm:spPr/>
    </dgm:pt>
    <dgm:pt modelId="{5DFE0768-A76B-4421-B440-39A6881C0B62}" type="pres">
      <dgm:prSet presAssocID="{D62951CC-13AF-4EF8-9F37-482C8ED9BFAE}" presName="parTx" presStyleLbl="revTx" presStyleIdx="3" presStyleCnt="4">
        <dgm:presLayoutVars>
          <dgm:chMax val="0"/>
          <dgm:chPref val="0"/>
        </dgm:presLayoutVars>
      </dgm:prSet>
      <dgm:spPr/>
    </dgm:pt>
  </dgm:ptLst>
  <dgm:cxnLst>
    <dgm:cxn modelId="{38C0DB00-A1B9-4627-BB61-D35AA253F963}" srcId="{87244CEF-5BC9-4161-830B-B79F257F5109}" destId="{D62951CC-13AF-4EF8-9F37-482C8ED9BFAE}" srcOrd="3" destOrd="0" parTransId="{793C7DC3-1528-4B6D-8962-0C56AC34BD1C}" sibTransId="{4FA1B99C-F41F-4440-913D-CBD95EB2FB10}"/>
    <dgm:cxn modelId="{ABCFE10D-E566-478E-A6DB-4A7C5B7C9BFC}" srcId="{87244CEF-5BC9-4161-830B-B79F257F5109}" destId="{0DCA6BE1-6C6F-4FD2-A586-8F912A12F5C9}" srcOrd="2" destOrd="0" parTransId="{79B638B4-FC26-4631-9F55-C9DD9C7DF8F8}" sibTransId="{B13A2316-E8D6-4E2E-A0F9-18A87FA50E54}"/>
    <dgm:cxn modelId="{549F9027-CEFB-4AF1-A5F7-B659B016F52F}" srcId="{87244CEF-5BC9-4161-830B-B79F257F5109}" destId="{FF0BEE18-11A7-433B-958E-94DC9C3D4DB5}" srcOrd="1" destOrd="0" parTransId="{0E055E4A-4D34-4E1E-BD61-C9979F0A008B}" sibTransId="{AE351C02-E370-4134-A35B-4BCA6E968EE2}"/>
    <dgm:cxn modelId="{58F23874-C03B-4408-B5C0-ADC2C34F1A40}" type="presOf" srcId="{87244CEF-5BC9-4161-830B-B79F257F5109}" destId="{1B90F628-EEF5-4B1F-888B-CA309AFF6779}" srcOrd="0" destOrd="0" presId="urn:microsoft.com/office/officeart/2018/2/layout/IconVerticalSolidList"/>
    <dgm:cxn modelId="{139BF27A-6EC8-46EC-A323-419762475BAD}" srcId="{87244CEF-5BC9-4161-830B-B79F257F5109}" destId="{378678BE-7343-42A1-A507-8217D1E1B1C5}" srcOrd="0" destOrd="0" parTransId="{8B669DDB-F1F0-4C2B-B6B4-6EAC85F4E5C1}" sibTransId="{F3DF0BD2-DD14-47B7-A058-8AFCE67BE8DA}"/>
    <dgm:cxn modelId="{FFA068A9-BFEA-4DED-BCCA-9C2680F5E59C}" type="presOf" srcId="{378678BE-7343-42A1-A507-8217D1E1B1C5}" destId="{8E28E299-3D39-4C59-8A41-AD21DEA01D29}" srcOrd="0" destOrd="0" presId="urn:microsoft.com/office/officeart/2018/2/layout/IconVerticalSolidList"/>
    <dgm:cxn modelId="{4788F1C7-BA75-4B63-AC0A-ECB0844C0903}" type="presOf" srcId="{D62951CC-13AF-4EF8-9F37-482C8ED9BFAE}" destId="{5DFE0768-A76B-4421-B440-39A6881C0B62}" srcOrd="0" destOrd="0" presId="urn:microsoft.com/office/officeart/2018/2/layout/IconVerticalSolidList"/>
    <dgm:cxn modelId="{8654ADED-6E16-4399-A94A-3AB2E2A01A03}" type="presOf" srcId="{FF0BEE18-11A7-433B-958E-94DC9C3D4DB5}" destId="{95C54E64-9C1C-4CD2-904E-69FB765064FC}" srcOrd="0" destOrd="0" presId="urn:microsoft.com/office/officeart/2018/2/layout/IconVerticalSolidList"/>
    <dgm:cxn modelId="{E98CF9EF-B9AF-4B27-A820-A6DFE08C475B}" type="presOf" srcId="{0DCA6BE1-6C6F-4FD2-A586-8F912A12F5C9}" destId="{180998AA-9E4B-4D7F-8D3B-6B00D42E6ADE}" srcOrd="0" destOrd="0" presId="urn:microsoft.com/office/officeart/2018/2/layout/IconVerticalSolidList"/>
    <dgm:cxn modelId="{204F4DDA-5BC1-4DA0-A20B-8E8DF3E9750C}" type="presParOf" srcId="{1B90F628-EEF5-4B1F-888B-CA309AFF6779}" destId="{34C948EC-8099-4FDE-AEE4-77C944CB1DC6}" srcOrd="0" destOrd="0" presId="urn:microsoft.com/office/officeart/2018/2/layout/IconVerticalSolidList"/>
    <dgm:cxn modelId="{282F9181-4593-4FE6-9ACC-9A087746D902}" type="presParOf" srcId="{34C948EC-8099-4FDE-AEE4-77C944CB1DC6}" destId="{8ED5A5BA-5AE3-4792-896A-500370D61F9A}" srcOrd="0" destOrd="0" presId="urn:microsoft.com/office/officeart/2018/2/layout/IconVerticalSolidList"/>
    <dgm:cxn modelId="{6BEC8507-1C10-4B81-AAB7-8F9F68856644}" type="presParOf" srcId="{34C948EC-8099-4FDE-AEE4-77C944CB1DC6}" destId="{6592AEDB-ACC1-4277-9FAB-9AEDEFA20DA7}" srcOrd="1" destOrd="0" presId="urn:microsoft.com/office/officeart/2018/2/layout/IconVerticalSolidList"/>
    <dgm:cxn modelId="{803DE2C6-C48C-49F8-B1F7-E64B4883CF68}" type="presParOf" srcId="{34C948EC-8099-4FDE-AEE4-77C944CB1DC6}" destId="{BBFAD802-2307-4A00-BA7D-C8A40923406E}" srcOrd="2" destOrd="0" presId="urn:microsoft.com/office/officeart/2018/2/layout/IconVerticalSolidList"/>
    <dgm:cxn modelId="{D9265036-D444-43B1-B448-43D3D69BC40E}" type="presParOf" srcId="{34C948EC-8099-4FDE-AEE4-77C944CB1DC6}" destId="{8E28E299-3D39-4C59-8A41-AD21DEA01D29}" srcOrd="3" destOrd="0" presId="urn:microsoft.com/office/officeart/2018/2/layout/IconVerticalSolidList"/>
    <dgm:cxn modelId="{38C5224C-03D6-4035-920C-9C639516B3BA}" type="presParOf" srcId="{1B90F628-EEF5-4B1F-888B-CA309AFF6779}" destId="{D0FB25B8-80AC-4DB0-A767-81516586E877}" srcOrd="1" destOrd="0" presId="urn:microsoft.com/office/officeart/2018/2/layout/IconVerticalSolidList"/>
    <dgm:cxn modelId="{597C80CA-CB91-4F77-A68D-F7E4493D17EB}" type="presParOf" srcId="{1B90F628-EEF5-4B1F-888B-CA309AFF6779}" destId="{9098BAF8-9ADA-472A-8AAA-D31E322B6076}" srcOrd="2" destOrd="0" presId="urn:microsoft.com/office/officeart/2018/2/layout/IconVerticalSolidList"/>
    <dgm:cxn modelId="{18F36CD9-EA9D-49AA-A6BE-29936FF7EAE7}" type="presParOf" srcId="{9098BAF8-9ADA-472A-8AAA-D31E322B6076}" destId="{DC1F8412-CFA5-4D9E-9440-FF065FF21DF2}" srcOrd="0" destOrd="0" presId="urn:microsoft.com/office/officeart/2018/2/layout/IconVerticalSolidList"/>
    <dgm:cxn modelId="{1CD6639A-4D7E-4818-BE9D-80587C9220E8}" type="presParOf" srcId="{9098BAF8-9ADA-472A-8AAA-D31E322B6076}" destId="{1C35EA47-30B6-4667-A86E-CC2ABD59C2D5}" srcOrd="1" destOrd="0" presId="urn:microsoft.com/office/officeart/2018/2/layout/IconVerticalSolidList"/>
    <dgm:cxn modelId="{2535E246-32B0-4FCF-A57F-891042F08700}" type="presParOf" srcId="{9098BAF8-9ADA-472A-8AAA-D31E322B6076}" destId="{396DF711-ECFC-4857-B5D4-C20CD7E4F803}" srcOrd="2" destOrd="0" presId="urn:microsoft.com/office/officeart/2018/2/layout/IconVerticalSolidList"/>
    <dgm:cxn modelId="{76503B0C-96FF-4F52-9A43-7D3821A12187}" type="presParOf" srcId="{9098BAF8-9ADA-472A-8AAA-D31E322B6076}" destId="{95C54E64-9C1C-4CD2-904E-69FB765064FC}" srcOrd="3" destOrd="0" presId="urn:microsoft.com/office/officeart/2018/2/layout/IconVerticalSolidList"/>
    <dgm:cxn modelId="{BA821289-2E5E-4DF3-BA30-81FF4C0AE1CC}" type="presParOf" srcId="{1B90F628-EEF5-4B1F-888B-CA309AFF6779}" destId="{02FEF103-BC64-4F80-B409-800DF81FF88B}" srcOrd="3" destOrd="0" presId="urn:microsoft.com/office/officeart/2018/2/layout/IconVerticalSolidList"/>
    <dgm:cxn modelId="{EA0DE33D-32E5-4A21-A2EC-D3376B7EE615}" type="presParOf" srcId="{1B90F628-EEF5-4B1F-888B-CA309AFF6779}" destId="{96F50451-F3F3-4E4E-B4C2-58195F41322E}" srcOrd="4" destOrd="0" presId="urn:microsoft.com/office/officeart/2018/2/layout/IconVerticalSolidList"/>
    <dgm:cxn modelId="{45902DE6-2D1B-4CE1-8C15-B4ACB090981E}" type="presParOf" srcId="{96F50451-F3F3-4E4E-B4C2-58195F41322E}" destId="{AD5D3EF1-B7BE-4A41-AD2A-3DEDACEAC90A}" srcOrd="0" destOrd="0" presId="urn:microsoft.com/office/officeart/2018/2/layout/IconVerticalSolidList"/>
    <dgm:cxn modelId="{45D9DB3B-7DE0-4766-8D8D-F52AECE5A701}" type="presParOf" srcId="{96F50451-F3F3-4E4E-B4C2-58195F41322E}" destId="{A97578C5-A66C-4C13-BF70-2DFD4D84602C}" srcOrd="1" destOrd="0" presId="urn:microsoft.com/office/officeart/2018/2/layout/IconVerticalSolidList"/>
    <dgm:cxn modelId="{23D46EC7-0CA7-4A2D-9E92-4DC82B106C74}" type="presParOf" srcId="{96F50451-F3F3-4E4E-B4C2-58195F41322E}" destId="{C78C6623-8E3A-4257-B53A-13D1BD1A6794}" srcOrd="2" destOrd="0" presId="urn:microsoft.com/office/officeart/2018/2/layout/IconVerticalSolidList"/>
    <dgm:cxn modelId="{4110E603-5444-4ED8-84E6-0CACADFA8F7E}" type="presParOf" srcId="{96F50451-F3F3-4E4E-B4C2-58195F41322E}" destId="{180998AA-9E4B-4D7F-8D3B-6B00D42E6ADE}" srcOrd="3" destOrd="0" presId="urn:microsoft.com/office/officeart/2018/2/layout/IconVerticalSolidList"/>
    <dgm:cxn modelId="{2A096CF8-A772-46DA-8AFC-99759B943368}" type="presParOf" srcId="{1B90F628-EEF5-4B1F-888B-CA309AFF6779}" destId="{F4800F14-F735-4645-B583-698681DFF233}" srcOrd="5" destOrd="0" presId="urn:microsoft.com/office/officeart/2018/2/layout/IconVerticalSolidList"/>
    <dgm:cxn modelId="{BEA736D0-78CC-472E-B47F-A2DEED52789A}" type="presParOf" srcId="{1B90F628-EEF5-4B1F-888B-CA309AFF6779}" destId="{F647A9E3-7BC9-4FEC-B2F4-C0A38640E3E4}" srcOrd="6" destOrd="0" presId="urn:microsoft.com/office/officeart/2018/2/layout/IconVerticalSolidList"/>
    <dgm:cxn modelId="{095E1670-A18D-4C45-8918-816B5F1E1E5F}" type="presParOf" srcId="{F647A9E3-7BC9-4FEC-B2F4-C0A38640E3E4}" destId="{2F6FF054-3EE4-4A0F-8E7A-5B406C38C71C}" srcOrd="0" destOrd="0" presId="urn:microsoft.com/office/officeart/2018/2/layout/IconVerticalSolidList"/>
    <dgm:cxn modelId="{9092DD3B-A763-4A72-88CE-0B20CDFCDED4}" type="presParOf" srcId="{F647A9E3-7BC9-4FEC-B2F4-C0A38640E3E4}" destId="{BBC52A3F-A32C-439B-90E9-48B68A298594}" srcOrd="1" destOrd="0" presId="urn:microsoft.com/office/officeart/2018/2/layout/IconVerticalSolidList"/>
    <dgm:cxn modelId="{BE482CCA-D279-4A7C-BE59-48307AD3E280}" type="presParOf" srcId="{F647A9E3-7BC9-4FEC-B2F4-C0A38640E3E4}" destId="{011CF71A-02DE-46C3-A681-886C12A2AA09}" srcOrd="2" destOrd="0" presId="urn:microsoft.com/office/officeart/2018/2/layout/IconVerticalSolidList"/>
    <dgm:cxn modelId="{AA2D48CE-AF72-4CEB-ADBF-C633C868EBD9}" type="presParOf" srcId="{F647A9E3-7BC9-4FEC-B2F4-C0A38640E3E4}" destId="{5DFE0768-A76B-4421-B440-39A6881C0B62}"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63363DA-01C4-4790-A7EE-E3ACB8C6174F}" type="doc">
      <dgm:prSet loTypeId="urn:microsoft.com/office/officeart/2005/8/layout/list1" loCatId="list" qsTypeId="urn:microsoft.com/office/officeart/2005/8/quickstyle/simple4" qsCatId="simple" csTypeId="urn:microsoft.com/office/officeart/2005/8/colors/colorful2" csCatId="colorful"/>
      <dgm:spPr/>
      <dgm:t>
        <a:bodyPr/>
        <a:lstStyle/>
        <a:p>
          <a:endParaRPr lang="en-US"/>
        </a:p>
      </dgm:t>
    </dgm:pt>
    <dgm:pt modelId="{25B84390-3A4C-4A76-AB6E-FEB990A03F3F}">
      <dgm:prSet/>
      <dgm:spPr/>
      <dgm:t>
        <a:bodyPr/>
        <a:lstStyle/>
        <a:p>
          <a:r>
            <a:rPr lang="en-US"/>
            <a:t>VM startup slows analysis</a:t>
          </a:r>
        </a:p>
      </dgm:t>
    </dgm:pt>
    <dgm:pt modelId="{8B8AE660-EB90-4FEE-BE53-CFE4A3A7EA20}" type="parTrans" cxnId="{4B82F8F1-6174-4C22-9C68-AAE8D9151186}">
      <dgm:prSet/>
      <dgm:spPr/>
      <dgm:t>
        <a:bodyPr/>
        <a:lstStyle/>
        <a:p>
          <a:endParaRPr lang="en-US"/>
        </a:p>
      </dgm:t>
    </dgm:pt>
    <dgm:pt modelId="{CC08BA2D-D63E-4285-B75F-27034F0FB8F1}" type="sibTrans" cxnId="{4B82F8F1-6174-4C22-9C68-AAE8D9151186}">
      <dgm:prSet/>
      <dgm:spPr/>
      <dgm:t>
        <a:bodyPr/>
        <a:lstStyle/>
        <a:p>
          <a:endParaRPr lang="en-US"/>
        </a:p>
      </dgm:t>
    </dgm:pt>
    <dgm:pt modelId="{23FEAD0D-8C3C-49E6-960A-05B4D0A7339F}">
      <dgm:prSet/>
      <dgm:spPr/>
      <dgm:t>
        <a:bodyPr/>
        <a:lstStyle/>
        <a:p>
          <a:r>
            <a:rPr lang="en-US"/>
            <a:t>Basic risk scoring not Machine Learning based yet (undynamic)</a:t>
          </a:r>
        </a:p>
      </dgm:t>
    </dgm:pt>
    <dgm:pt modelId="{93CD7D9F-593C-4350-BF02-44177441BB30}" type="parTrans" cxnId="{0C4E80AE-D954-4830-A3E0-BFC4721CECD4}">
      <dgm:prSet/>
      <dgm:spPr/>
      <dgm:t>
        <a:bodyPr/>
        <a:lstStyle/>
        <a:p>
          <a:endParaRPr lang="en-US"/>
        </a:p>
      </dgm:t>
    </dgm:pt>
    <dgm:pt modelId="{7E7931DA-29F8-4AD9-A2B2-93EE6A7ABB74}" type="sibTrans" cxnId="{0C4E80AE-D954-4830-A3E0-BFC4721CECD4}">
      <dgm:prSet/>
      <dgm:spPr/>
      <dgm:t>
        <a:bodyPr/>
        <a:lstStyle/>
        <a:p>
          <a:endParaRPr lang="en-US"/>
        </a:p>
      </dgm:t>
    </dgm:pt>
    <dgm:pt modelId="{37587CCC-7DCF-4DBF-A56B-35BBE3E1DA62}">
      <dgm:prSet/>
      <dgm:spPr/>
      <dgm:t>
        <a:bodyPr/>
        <a:lstStyle/>
        <a:p>
          <a:r>
            <a:rPr lang="en-US"/>
            <a:t>Browser level focus, no deep system malware analysis</a:t>
          </a:r>
        </a:p>
      </dgm:t>
    </dgm:pt>
    <dgm:pt modelId="{6E827F8C-627E-40C1-AAB3-21C8B7D6251D}" type="parTrans" cxnId="{569C3C7D-C4BA-4509-BD88-2AA13FABC3A0}">
      <dgm:prSet/>
      <dgm:spPr/>
      <dgm:t>
        <a:bodyPr/>
        <a:lstStyle/>
        <a:p>
          <a:endParaRPr lang="en-US"/>
        </a:p>
      </dgm:t>
    </dgm:pt>
    <dgm:pt modelId="{992B56F3-67F6-4191-AD06-39229ED2A6EB}" type="sibTrans" cxnId="{569C3C7D-C4BA-4509-BD88-2AA13FABC3A0}">
      <dgm:prSet/>
      <dgm:spPr/>
      <dgm:t>
        <a:bodyPr/>
        <a:lstStyle/>
        <a:p>
          <a:endParaRPr lang="en-US"/>
        </a:p>
      </dgm:t>
    </dgm:pt>
    <dgm:pt modelId="{70729CCC-63BF-4662-BEC7-0B3357E163B2}">
      <dgm:prSet/>
      <dgm:spPr/>
      <dgm:t>
        <a:bodyPr/>
        <a:lstStyle/>
        <a:p>
          <a:r>
            <a:rPr lang="en-US"/>
            <a:t>Future Plans</a:t>
          </a:r>
        </a:p>
      </dgm:t>
    </dgm:pt>
    <dgm:pt modelId="{8CE42317-F7B6-4D82-A30C-B8B4077ED57E}" type="parTrans" cxnId="{36F5D6DD-41EB-4F79-AD1F-86D4DFAA7DDC}">
      <dgm:prSet/>
      <dgm:spPr/>
      <dgm:t>
        <a:bodyPr/>
        <a:lstStyle/>
        <a:p>
          <a:endParaRPr lang="en-US"/>
        </a:p>
      </dgm:t>
    </dgm:pt>
    <dgm:pt modelId="{FFEC0E75-2685-445C-AF42-CF9139553AAE}" type="sibTrans" cxnId="{36F5D6DD-41EB-4F79-AD1F-86D4DFAA7DDC}">
      <dgm:prSet/>
      <dgm:spPr/>
      <dgm:t>
        <a:bodyPr/>
        <a:lstStyle/>
        <a:p>
          <a:endParaRPr lang="en-US"/>
        </a:p>
      </dgm:t>
    </dgm:pt>
    <dgm:pt modelId="{203B4D31-1811-47C6-9455-01684C87FA4A}">
      <dgm:prSet/>
      <dgm:spPr/>
      <dgm:t>
        <a:bodyPr/>
        <a:lstStyle/>
        <a:p>
          <a:r>
            <a:rPr lang="en-US"/>
            <a:t>Incorperate machine learning models for better threat prediction</a:t>
          </a:r>
        </a:p>
      </dgm:t>
    </dgm:pt>
    <dgm:pt modelId="{7692E136-7D27-42C5-80DA-A7621202B7C4}" type="parTrans" cxnId="{21CEAA3B-6ECC-4217-A1E9-67885993E774}">
      <dgm:prSet/>
      <dgm:spPr/>
      <dgm:t>
        <a:bodyPr/>
        <a:lstStyle/>
        <a:p>
          <a:endParaRPr lang="en-US"/>
        </a:p>
      </dgm:t>
    </dgm:pt>
    <dgm:pt modelId="{DE4915A0-DB3E-4484-BD43-7890CA6C51EE}" type="sibTrans" cxnId="{21CEAA3B-6ECC-4217-A1E9-67885993E774}">
      <dgm:prSet/>
      <dgm:spPr/>
      <dgm:t>
        <a:bodyPr/>
        <a:lstStyle/>
        <a:p>
          <a:endParaRPr lang="en-US"/>
        </a:p>
      </dgm:t>
    </dgm:pt>
    <dgm:pt modelId="{4A1012E1-6F2C-413F-821C-EC1D68D49A3F}">
      <dgm:prSet/>
      <dgm:spPr/>
      <dgm:t>
        <a:bodyPr/>
        <a:lstStyle/>
        <a:p>
          <a:r>
            <a:rPr lang="en-US"/>
            <a:t>Automate Playwright fully inside VM</a:t>
          </a:r>
        </a:p>
      </dgm:t>
    </dgm:pt>
    <dgm:pt modelId="{1138F708-1C24-4332-96A6-52E5640C5E77}" type="parTrans" cxnId="{B2A8935E-22EF-4E0E-A592-0686D515EC57}">
      <dgm:prSet/>
      <dgm:spPr/>
      <dgm:t>
        <a:bodyPr/>
        <a:lstStyle/>
        <a:p>
          <a:endParaRPr lang="en-US"/>
        </a:p>
      </dgm:t>
    </dgm:pt>
    <dgm:pt modelId="{54DF65E4-C485-4384-98E4-0E6E005086B8}" type="sibTrans" cxnId="{B2A8935E-22EF-4E0E-A592-0686D515EC57}">
      <dgm:prSet/>
      <dgm:spPr/>
      <dgm:t>
        <a:bodyPr/>
        <a:lstStyle/>
        <a:p>
          <a:endParaRPr lang="en-US"/>
        </a:p>
      </dgm:t>
    </dgm:pt>
    <dgm:pt modelId="{C9F4A23E-D079-4553-9380-539AC2752FBA}">
      <dgm:prSet/>
      <dgm:spPr/>
      <dgm:t>
        <a:bodyPr/>
        <a:lstStyle/>
        <a:p>
          <a:r>
            <a:rPr lang="en-US"/>
            <a:t>Add network traffic capture &amp; analysis</a:t>
          </a:r>
        </a:p>
      </dgm:t>
    </dgm:pt>
    <dgm:pt modelId="{239504A4-A3B2-445A-8688-0437C9B84C3A}" type="parTrans" cxnId="{4A30BE1F-9A38-46D1-9050-324239D594DC}">
      <dgm:prSet/>
      <dgm:spPr/>
      <dgm:t>
        <a:bodyPr/>
        <a:lstStyle/>
        <a:p>
          <a:endParaRPr lang="en-US"/>
        </a:p>
      </dgm:t>
    </dgm:pt>
    <dgm:pt modelId="{0FADA51B-3045-4E5A-8343-554D6EEC548C}" type="sibTrans" cxnId="{4A30BE1F-9A38-46D1-9050-324239D594DC}">
      <dgm:prSet/>
      <dgm:spPr/>
      <dgm:t>
        <a:bodyPr/>
        <a:lstStyle/>
        <a:p>
          <a:endParaRPr lang="en-US"/>
        </a:p>
      </dgm:t>
    </dgm:pt>
    <dgm:pt modelId="{CEEFB37F-9573-4A3C-ACC8-6FC3445D01B0}">
      <dgm:prSet/>
      <dgm:spPr/>
      <dgm:t>
        <a:bodyPr/>
        <a:lstStyle/>
        <a:p>
          <a:r>
            <a:rPr lang="en-US"/>
            <a:t>Build UI for reports, chrome extension(needs to work w/app)</a:t>
          </a:r>
        </a:p>
      </dgm:t>
    </dgm:pt>
    <dgm:pt modelId="{1452454D-6AB8-481A-B9B2-178F65D8E604}" type="parTrans" cxnId="{27F6B65B-2223-4629-8045-C459CEA316A6}">
      <dgm:prSet/>
      <dgm:spPr/>
      <dgm:t>
        <a:bodyPr/>
        <a:lstStyle/>
        <a:p>
          <a:endParaRPr lang="en-US"/>
        </a:p>
      </dgm:t>
    </dgm:pt>
    <dgm:pt modelId="{6F25F224-400B-49E1-823B-C609F1ED4101}" type="sibTrans" cxnId="{27F6B65B-2223-4629-8045-C459CEA316A6}">
      <dgm:prSet/>
      <dgm:spPr/>
      <dgm:t>
        <a:bodyPr/>
        <a:lstStyle/>
        <a:p>
          <a:endParaRPr lang="en-US"/>
        </a:p>
      </dgm:t>
    </dgm:pt>
    <dgm:pt modelId="{54EC9020-70A9-4905-BCF5-34C5E1F3B525}" type="pres">
      <dgm:prSet presAssocID="{A63363DA-01C4-4790-A7EE-E3ACB8C6174F}" presName="linear" presStyleCnt="0">
        <dgm:presLayoutVars>
          <dgm:dir/>
          <dgm:animLvl val="lvl"/>
          <dgm:resizeHandles val="exact"/>
        </dgm:presLayoutVars>
      </dgm:prSet>
      <dgm:spPr/>
    </dgm:pt>
    <dgm:pt modelId="{958151C9-309D-4320-BB40-A96FB8694652}" type="pres">
      <dgm:prSet presAssocID="{25B84390-3A4C-4A76-AB6E-FEB990A03F3F}" presName="parentLin" presStyleCnt="0"/>
      <dgm:spPr/>
    </dgm:pt>
    <dgm:pt modelId="{E008B7BA-F9C0-47E8-A416-6D8296BC8CF0}" type="pres">
      <dgm:prSet presAssocID="{25B84390-3A4C-4A76-AB6E-FEB990A03F3F}" presName="parentLeftMargin" presStyleLbl="node1" presStyleIdx="0" presStyleCnt="4"/>
      <dgm:spPr/>
    </dgm:pt>
    <dgm:pt modelId="{E340428F-988A-4946-A830-730441708167}" type="pres">
      <dgm:prSet presAssocID="{25B84390-3A4C-4A76-AB6E-FEB990A03F3F}" presName="parentText" presStyleLbl="node1" presStyleIdx="0" presStyleCnt="4">
        <dgm:presLayoutVars>
          <dgm:chMax val="0"/>
          <dgm:bulletEnabled val="1"/>
        </dgm:presLayoutVars>
      </dgm:prSet>
      <dgm:spPr/>
    </dgm:pt>
    <dgm:pt modelId="{4C73BA23-C450-44AB-B6F1-69EA8B2A3017}" type="pres">
      <dgm:prSet presAssocID="{25B84390-3A4C-4A76-AB6E-FEB990A03F3F}" presName="negativeSpace" presStyleCnt="0"/>
      <dgm:spPr/>
    </dgm:pt>
    <dgm:pt modelId="{7EEA91F4-1150-4590-8A47-AEBC2DE7F1F7}" type="pres">
      <dgm:prSet presAssocID="{25B84390-3A4C-4A76-AB6E-FEB990A03F3F}" presName="childText" presStyleLbl="conFgAcc1" presStyleIdx="0" presStyleCnt="4">
        <dgm:presLayoutVars>
          <dgm:bulletEnabled val="1"/>
        </dgm:presLayoutVars>
      </dgm:prSet>
      <dgm:spPr/>
    </dgm:pt>
    <dgm:pt modelId="{876282BD-05F1-493B-BA20-DFD4653A5B9A}" type="pres">
      <dgm:prSet presAssocID="{CC08BA2D-D63E-4285-B75F-27034F0FB8F1}" presName="spaceBetweenRectangles" presStyleCnt="0"/>
      <dgm:spPr/>
    </dgm:pt>
    <dgm:pt modelId="{0A19F672-857A-46DF-8AEE-011BBE788611}" type="pres">
      <dgm:prSet presAssocID="{23FEAD0D-8C3C-49E6-960A-05B4D0A7339F}" presName="parentLin" presStyleCnt="0"/>
      <dgm:spPr/>
    </dgm:pt>
    <dgm:pt modelId="{2B9AB3D6-4BAC-4F69-BCFC-1DDFA037DD69}" type="pres">
      <dgm:prSet presAssocID="{23FEAD0D-8C3C-49E6-960A-05B4D0A7339F}" presName="parentLeftMargin" presStyleLbl="node1" presStyleIdx="0" presStyleCnt="4"/>
      <dgm:spPr/>
    </dgm:pt>
    <dgm:pt modelId="{5A4B3971-280B-468B-914B-226090A4B1A1}" type="pres">
      <dgm:prSet presAssocID="{23FEAD0D-8C3C-49E6-960A-05B4D0A7339F}" presName="parentText" presStyleLbl="node1" presStyleIdx="1" presStyleCnt="4">
        <dgm:presLayoutVars>
          <dgm:chMax val="0"/>
          <dgm:bulletEnabled val="1"/>
        </dgm:presLayoutVars>
      </dgm:prSet>
      <dgm:spPr/>
    </dgm:pt>
    <dgm:pt modelId="{D61857B5-5AC8-42D9-A30A-C1B7EC5B995F}" type="pres">
      <dgm:prSet presAssocID="{23FEAD0D-8C3C-49E6-960A-05B4D0A7339F}" presName="negativeSpace" presStyleCnt="0"/>
      <dgm:spPr/>
    </dgm:pt>
    <dgm:pt modelId="{5AFB0469-BB9E-4BEA-B302-B718C56C65B9}" type="pres">
      <dgm:prSet presAssocID="{23FEAD0D-8C3C-49E6-960A-05B4D0A7339F}" presName="childText" presStyleLbl="conFgAcc1" presStyleIdx="1" presStyleCnt="4">
        <dgm:presLayoutVars>
          <dgm:bulletEnabled val="1"/>
        </dgm:presLayoutVars>
      </dgm:prSet>
      <dgm:spPr/>
    </dgm:pt>
    <dgm:pt modelId="{4417D318-7F02-4B70-A15E-3047DD5C8200}" type="pres">
      <dgm:prSet presAssocID="{7E7931DA-29F8-4AD9-A2B2-93EE6A7ABB74}" presName="spaceBetweenRectangles" presStyleCnt="0"/>
      <dgm:spPr/>
    </dgm:pt>
    <dgm:pt modelId="{EDB1839C-1021-451A-B599-E8BF0EE77B74}" type="pres">
      <dgm:prSet presAssocID="{37587CCC-7DCF-4DBF-A56B-35BBE3E1DA62}" presName="parentLin" presStyleCnt="0"/>
      <dgm:spPr/>
    </dgm:pt>
    <dgm:pt modelId="{DD88A815-179C-41D8-A4F3-665D74982307}" type="pres">
      <dgm:prSet presAssocID="{37587CCC-7DCF-4DBF-A56B-35BBE3E1DA62}" presName="parentLeftMargin" presStyleLbl="node1" presStyleIdx="1" presStyleCnt="4"/>
      <dgm:spPr/>
    </dgm:pt>
    <dgm:pt modelId="{942C9B64-5EC9-48D0-82CA-4B281DEBCD94}" type="pres">
      <dgm:prSet presAssocID="{37587CCC-7DCF-4DBF-A56B-35BBE3E1DA62}" presName="parentText" presStyleLbl="node1" presStyleIdx="2" presStyleCnt="4">
        <dgm:presLayoutVars>
          <dgm:chMax val="0"/>
          <dgm:bulletEnabled val="1"/>
        </dgm:presLayoutVars>
      </dgm:prSet>
      <dgm:spPr/>
    </dgm:pt>
    <dgm:pt modelId="{C2A03FC8-7BC5-43C3-825F-869A72C2507D}" type="pres">
      <dgm:prSet presAssocID="{37587CCC-7DCF-4DBF-A56B-35BBE3E1DA62}" presName="negativeSpace" presStyleCnt="0"/>
      <dgm:spPr/>
    </dgm:pt>
    <dgm:pt modelId="{102387FE-6F71-4EFC-8630-454B03B58005}" type="pres">
      <dgm:prSet presAssocID="{37587CCC-7DCF-4DBF-A56B-35BBE3E1DA62}" presName="childText" presStyleLbl="conFgAcc1" presStyleIdx="2" presStyleCnt="4">
        <dgm:presLayoutVars>
          <dgm:bulletEnabled val="1"/>
        </dgm:presLayoutVars>
      </dgm:prSet>
      <dgm:spPr/>
    </dgm:pt>
    <dgm:pt modelId="{842D76CF-28EC-49BA-B238-686352857A5C}" type="pres">
      <dgm:prSet presAssocID="{992B56F3-67F6-4191-AD06-39229ED2A6EB}" presName="spaceBetweenRectangles" presStyleCnt="0"/>
      <dgm:spPr/>
    </dgm:pt>
    <dgm:pt modelId="{42420C25-70D7-4C0E-A4FB-03FCC11914FA}" type="pres">
      <dgm:prSet presAssocID="{70729CCC-63BF-4662-BEC7-0B3357E163B2}" presName="parentLin" presStyleCnt="0"/>
      <dgm:spPr/>
    </dgm:pt>
    <dgm:pt modelId="{7E8C4EA3-5072-40CF-A1FD-2010D4813C69}" type="pres">
      <dgm:prSet presAssocID="{70729CCC-63BF-4662-BEC7-0B3357E163B2}" presName="parentLeftMargin" presStyleLbl="node1" presStyleIdx="2" presStyleCnt="4"/>
      <dgm:spPr/>
    </dgm:pt>
    <dgm:pt modelId="{40411B20-1592-43AC-A6FE-A8B2EBB42973}" type="pres">
      <dgm:prSet presAssocID="{70729CCC-63BF-4662-BEC7-0B3357E163B2}" presName="parentText" presStyleLbl="node1" presStyleIdx="3" presStyleCnt="4">
        <dgm:presLayoutVars>
          <dgm:chMax val="0"/>
          <dgm:bulletEnabled val="1"/>
        </dgm:presLayoutVars>
      </dgm:prSet>
      <dgm:spPr/>
    </dgm:pt>
    <dgm:pt modelId="{EDA29CDA-D55C-4311-9A6C-BDB535C299B5}" type="pres">
      <dgm:prSet presAssocID="{70729CCC-63BF-4662-BEC7-0B3357E163B2}" presName="negativeSpace" presStyleCnt="0"/>
      <dgm:spPr/>
    </dgm:pt>
    <dgm:pt modelId="{2FA089F6-8975-4A35-8156-F734DDD43A10}" type="pres">
      <dgm:prSet presAssocID="{70729CCC-63BF-4662-BEC7-0B3357E163B2}" presName="childText" presStyleLbl="conFgAcc1" presStyleIdx="3" presStyleCnt="4">
        <dgm:presLayoutVars>
          <dgm:bulletEnabled val="1"/>
        </dgm:presLayoutVars>
      </dgm:prSet>
      <dgm:spPr/>
    </dgm:pt>
  </dgm:ptLst>
  <dgm:cxnLst>
    <dgm:cxn modelId="{4A30BE1F-9A38-46D1-9050-324239D594DC}" srcId="{70729CCC-63BF-4662-BEC7-0B3357E163B2}" destId="{C9F4A23E-D079-4553-9380-539AC2752FBA}" srcOrd="2" destOrd="0" parTransId="{239504A4-A3B2-445A-8688-0437C9B84C3A}" sibTransId="{0FADA51B-3045-4E5A-8343-554D6EEC548C}"/>
    <dgm:cxn modelId="{C3C12A2B-41A5-4265-9558-97D6B54C2015}" type="presOf" srcId="{4A1012E1-6F2C-413F-821C-EC1D68D49A3F}" destId="{2FA089F6-8975-4A35-8156-F734DDD43A10}" srcOrd="0" destOrd="1" presId="urn:microsoft.com/office/officeart/2005/8/layout/list1"/>
    <dgm:cxn modelId="{21CEAA3B-6ECC-4217-A1E9-67885993E774}" srcId="{70729CCC-63BF-4662-BEC7-0B3357E163B2}" destId="{203B4D31-1811-47C6-9455-01684C87FA4A}" srcOrd="0" destOrd="0" parTransId="{7692E136-7D27-42C5-80DA-A7621202B7C4}" sibTransId="{DE4915A0-DB3E-4484-BD43-7890CA6C51EE}"/>
    <dgm:cxn modelId="{964D043F-4A4B-4F22-936B-D9DFC26E310D}" type="presOf" srcId="{70729CCC-63BF-4662-BEC7-0B3357E163B2}" destId="{40411B20-1592-43AC-A6FE-A8B2EBB42973}" srcOrd="1" destOrd="0" presId="urn:microsoft.com/office/officeart/2005/8/layout/list1"/>
    <dgm:cxn modelId="{27F6B65B-2223-4629-8045-C459CEA316A6}" srcId="{70729CCC-63BF-4662-BEC7-0B3357E163B2}" destId="{CEEFB37F-9573-4A3C-ACC8-6FC3445D01B0}" srcOrd="3" destOrd="0" parTransId="{1452454D-6AB8-481A-B9B2-178F65D8E604}" sibTransId="{6F25F224-400B-49E1-823B-C609F1ED4101}"/>
    <dgm:cxn modelId="{B2A8935E-22EF-4E0E-A592-0686D515EC57}" srcId="{70729CCC-63BF-4662-BEC7-0B3357E163B2}" destId="{4A1012E1-6F2C-413F-821C-EC1D68D49A3F}" srcOrd="1" destOrd="0" parTransId="{1138F708-1C24-4332-96A6-52E5640C5E77}" sibTransId="{54DF65E4-C485-4384-98E4-0E6E005086B8}"/>
    <dgm:cxn modelId="{68B00764-C687-47EE-B17A-247AB9B7A9D6}" type="presOf" srcId="{25B84390-3A4C-4A76-AB6E-FEB990A03F3F}" destId="{E008B7BA-F9C0-47E8-A416-6D8296BC8CF0}" srcOrd="0" destOrd="0" presId="urn:microsoft.com/office/officeart/2005/8/layout/list1"/>
    <dgm:cxn modelId="{59857948-C389-4BF9-AABB-080F130D8B79}" type="presOf" srcId="{203B4D31-1811-47C6-9455-01684C87FA4A}" destId="{2FA089F6-8975-4A35-8156-F734DDD43A10}" srcOrd="0" destOrd="0" presId="urn:microsoft.com/office/officeart/2005/8/layout/list1"/>
    <dgm:cxn modelId="{197D5849-49C3-498C-B19D-BBE5BE75C929}" type="presOf" srcId="{A63363DA-01C4-4790-A7EE-E3ACB8C6174F}" destId="{54EC9020-70A9-4905-BCF5-34C5E1F3B525}" srcOrd="0" destOrd="0" presId="urn:microsoft.com/office/officeart/2005/8/layout/list1"/>
    <dgm:cxn modelId="{D9161C6D-7599-4F7B-9006-EE769DE504E5}" type="presOf" srcId="{37587CCC-7DCF-4DBF-A56B-35BBE3E1DA62}" destId="{942C9B64-5EC9-48D0-82CA-4B281DEBCD94}" srcOrd="1" destOrd="0" presId="urn:microsoft.com/office/officeart/2005/8/layout/list1"/>
    <dgm:cxn modelId="{D4168079-DBF0-40EC-A35F-921C57CA8218}" type="presOf" srcId="{23FEAD0D-8C3C-49E6-960A-05B4D0A7339F}" destId="{2B9AB3D6-4BAC-4F69-BCFC-1DDFA037DD69}" srcOrd="0" destOrd="0" presId="urn:microsoft.com/office/officeart/2005/8/layout/list1"/>
    <dgm:cxn modelId="{569C3C7D-C4BA-4509-BD88-2AA13FABC3A0}" srcId="{A63363DA-01C4-4790-A7EE-E3ACB8C6174F}" destId="{37587CCC-7DCF-4DBF-A56B-35BBE3E1DA62}" srcOrd="2" destOrd="0" parTransId="{6E827F8C-627E-40C1-AAB3-21C8B7D6251D}" sibTransId="{992B56F3-67F6-4191-AD06-39229ED2A6EB}"/>
    <dgm:cxn modelId="{A3DE0092-7E0E-4B1D-BE4A-23BF41A4321C}" type="presOf" srcId="{37587CCC-7DCF-4DBF-A56B-35BBE3E1DA62}" destId="{DD88A815-179C-41D8-A4F3-665D74982307}" srcOrd="0" destOrd="0" presId="urn:microsoft.com/office/officeart/2005/8/layout/list1"/>
    <dgm:cxn modelId="{9B07E192-9057-41C8-9EDB-99EA421C3FD6}" type="presOf" srcId="{70729CCC-63BF-4662-BEC7-0B3357E163B2}" destId="{7E8C4EA3-5072-40CF-A1FD-2010D4813C69}" srcOrd="0" destOrd="0" presId="urn:microsoft.com/office/officeart/2005/8/layout/list1"/>
    <dgm:cxn modelId="{F6E0E897-F965-44F1-8BF2-1E5C6F4B591A}" type="presOf" srcId="{23FEAD0D-8C3C-49E6-960A-05B4D0A7339F}" destId="{5A4B3971-280B-468B-914B-226090A4B1A1}" srcOrd="1" destOrd="0" presId="urn:microsoft.com/office/officeart/2005/8/layout/list1"/>
    <dgm:cxn modelId="{6F5353AA-1FBE-4B3B-B7A2-E8317ED8EBF3}" type="presOf" srcId="{25B84390-3A4C-4A76-AB6E-FEB990A03F3F}" destId="{E340428F-988A-4946-A830-730441708167}" srcOrd="1" destOrd="0" presId="urn:microsoft.com/office/officeart/2005/8/layout/list1"/>
    <dgm:cxn modelId="{450A08AB-5BBA-43F2-ABC5-728345EFF0F2}" type="presOf" srcId="{C9F4A23E-D079-4553-9380-539AC2752FBA}" destId="{2FA089F6-8975-4A35-8156-F734DDD43A10}" srcOrd="0" destOrd="2" presId="urn:microsoft.com/office/officeart/2005/8/layout/list1"/>
    <dgm:cxn modelId="{0C4E80AE-D954-4830-A3E0-BFC4721CECD4}" srcId="{A63363DA-01C4-4790-A7EE-E3ACB8C6174F}" destId="{23FEAD0D-8C3C-49E6-960A-05B4D0A7339F}" srcOrd="1" destOrd="0" parTransId="{93CD7D9F-593C-4350-BF02-44177441BB30}" sibTransId="{7E7931DA-29F8-4AD9-A2B2-93EE6A7ABB74}"/>
    <dgm:cxn modelId="{D1A99DD0-F34D-4381-9F4B-83174A499D3D}" type="presOf" srcId="{CEEFB37F-9573-4A3C-ACC8-6FC3445D01B0}" destId="{2FA089F6-8975-4A35-8156-F734DDD43A10}" srcOrd="0" destOrd="3" presId="urn:microsoft.com/office/officeart/2005/8/layout/list1"/>
    <dgm:cxn modelId="{36F5D6DD-41EB-4F79-AD1F-86D4DFAA7DDC}" srcId="{A63363DA-01C4-4790-A7EE-E3ACB8C6174F}" destId="{70729CCC-63BF-4662-BEC7-0B3357E163B2}" srcOrd="3" destOrd="0" parTransId="{8CE42317-F7B6-4D82-A30C-B8B4077ED57E}" sibTransId="{FFEC0E75-2685-445C-AF42-CF9139553AAE}"/>
    <dgm:cxn modelId="{4B82F8F1-6174-4C22-9C68-AAE8D9151186}" srcId="{A63363DA-01C4-4790-A7EE-E3ACB8C6174F}" destId="{25B84390-3A4C-4A76-AB6E-FEB990A03F3F}" srcOrd="0" destOrd="0" parTransId="{8B8AE660-EB90-4FEE-BE53-CFE4A3A7EA20}" sibTransId="{CC08BA2D-D63E-4285-B75F-27034F0FB8F1}"/>
    <dgm:cxn modelId="{E58A564A-C3E1-4F7D-A638-82B96195CD91}" type="presParOf" srcId="{54EC9020-70A9-4905-BCF5-34C5E1F3B525}" destId="{958151C9-309D-4320-BB40-A96FB8694652}" srcOrd="0" destOrd="0" presId="urn:microsoft.com/office/officeart/2005/8/layout/list1"/>
    <dgm:cxn modelId="{B36D882E-74D9-4806-9B8D-9084567AF2EF}" type="presParOf" srcId="{958151C9-309D-4320-BB40-A96FB8694652}" destId="{E008B7BA-F9C0-47E8-A416-6D8296BC8CF0}" srcOrd="0" destOrd="0" presId="urn:microsoft.com/office/officeart/2005/8/layout/list1"/>
    <dgm:cxn modelId="{0C866AC2-BD3E-4D9F-BB4E-97F474DEF3E9}" type="presParOf" srcId="{958151C9-309D-4320-BB40-A96FB8694652}" destId="{E340428F-988A-4946-A830-730441708167}" srcOrd="1" destOrd="0" presId="urn:microsoft.com/office/officeart/2005/8/layout/list1"/>
    <dgm:cxn modelId="{BEE8ED20-D026-4EBD-9D11-3868703D27BC}" type="presParOf" srcId="{54EC9020-70A9-4905-BCF5-34C5E1F3B525}" destId="{4C73BA23-C450-44AB-B6F1-69EA8B2A3017}" srcOrd="1" destOrd="0" presId="urn:microsoft.com/office/officeart/2005/8/layout/list1"/>
    <dgm:cxn modelId="{F00416AE-ED76-4DE2-A165-4E9828F6BBEE}" type="presParOf" srcId="{54EC9020-70A9-4905-BCF5-34C5E1F3B525}" destId="{7EEA91F4-1150-4590-8A47-AEBC2DE7F1F7}" srcOrd="2" destOrd="0" presId="urn:microsoft.com/office/officeart/2005/8/layout/list1"/>
    <dgm:cxn modelId="{807EA72A-17D3-4F0C-A75D-229EBC77CB57}" type="presParOf" srcId="{54EC9020-70A9-4905-BCF5-34C5E1F3B525}" destId="{876282BD-05F1-493B-BA20-DFD4653A5B9A}" srcOrd="3" destOrd="0" presId="urn:microsoft.com/office/officeart/2005/8/layout/list1"/>
    <dgm:cxn modelId="{58D3C155-15C7-4725-8C66-F41D7EA845F0}" type="presParOf" srcId="{54EC9020-70A9-4905-BCF5-34C5E1F3B525}" destId="{0A19F672-857A-46DF-8AEE-011BBE788611}" srcOrd="4" destOrd="0" presId="urn:microsoft.com/office/officeart/2005/8/layout/list1"/>
    <dgm:cxn modelId="{52A34C1C-043B-4200-9E1A-F104E9AEEB58}" type="presParOf" srcId="{0A19F672-857A-46DF-8AEE-011BBE788611}" destId="{2B9AB3D6-4BAC-4F69-BCFC-1DDFA037DD69}" srcOrd="0" destOrd="0" presId="urn:microsoft.com/office/officeart/2005/8/layout/list1"/>
    <dgm:cxn modelId="{E25FE8D7-4676-4D35-85F4-FAC7BDFDFEA5}" type="presParOf" srcId="{0A19F672-857A-46DF-8AEE-011BBE788611}" destId="{5A4B3971-280B-468B-914B-226090A4B1A1}" srcOrd="1" destOrd="0" presId="urn:microsoft.com/office/officeart/2005/8/layout/list1"/>
    <dgm:cxn modelId="{C2A96D94-E905-47CA-97BC-B812680D7412}" type="presParOf" srcId="{54EC9020-70A9-4905-BCF5-34C5E1F3B525}" destId="{D61857B5-5AC8-42D9-A30A-C1B7EC5B995F}" srcOrd="5" destOrd="0" presId="urn:microsoft.com/office/officeart/2005/8/layout/list1"/>
    <dgm:cxn modelId="{5AD905D7-7694-47CA-A325-74C9C39E4771}" type="presParOf" srcId="{54EC9020-70A9-4905-BCF5-34C5E1F3B525}" destId="{5AFB0469-BB9E-4BEA-B302-B718C56C65B9}" srcOrd="6" destOrd="0" presId="urn:microsoft.com/office/officeart/2005/8/layout/list1"/>
    <dgm:cxn modelId="{39D17508-F1BB-422E-823A-323687BF80E0}" type="presParOf" srcId="{54EC9020-70A9-4905-BCF5-34C5E1F3B525}" destId="{4417D318-7F02-4B70-A15E-3047DD5C8200}" srcOrd="7" destOrd="0" presId="urn:microsoft.com/office/officeart/2005/8/layout/list1"/>
    <dgm:cxn modelId="{E74647D2-17C7-441C-A5F9-EC95F91E5229}" type="presParOf" srcId="{54EC9020-70A9-4905-BCF5-34C5E1F3B525}" destId="{EDB1839C-1021-451A-B599-E8BF0EE77B74}" srcOrd="8" destOrd="0" presId="urn:microsoft.com/office/officeart/2005/8/layout/list1"/>
    <dgm:cxn modelId="{B2A3EABE-1417-412E-AB53-1B698DF1863A}" type="presParOf" srcId="{EDB1839C-1021-451A-B599-E8BF0EE77B74}" destId="{DD88A815-179C-41D8-A4F3-665D74982307}" srcOrd="0" destOrd="0" presId="urn:microsoft.com/office/officeart/2005/8/layout/list1"/>
    <dgm:cxn modelId="{32DE8F19-B4D3-44DA-93D0-613F335881D3}" type="presParOf" srcId="{EDB1839C-1021-451A-B599-E8BF0EE77B74}" destId="{942C9B64-5EC9-48D0-82CA-4B281DEBCD94}" srcOrd="1" destOrd="0" presId="urn:microsoft.com/office/officeart/2005/8/layout/list1"/>
    <dgm:cxn modelId="{BE68E5FC-244C-4523-95AA-8AF455E402A2}" type="presParOf" srcId="{54EC9020-70A9-4905-BCF5-34C5E1F3B525}" destId="{C2A03FC8-7BC5-43C3-825F-869A72C2507D}" srcOrd="9" destOrd="0" presId="urn:microsoft.com/office/officeart/2005/8/layout/list1"/>
    <dgm:cxn modelId="{FDB88A94-3780-48A0-BF49-AE5E4978DCBA}" type="presParOf" srcId="{54EC9020-70A9-4905-BCF5-34C5E1F3B525}" destId="{102387FE-6F71-4EFC-8630-454B03B58005}" srcOrd="10" destOrd="0" presId="urn:microsoft.com/office/officeart/2005/8/layout/list1"/>
    <dgm:cxn modelId="{388AC201-F2A1-4D77-92BB-68F973F723AF}" type="presParOf" srcId="{54EC9020-70A9-4905-BCF5-34C5E1F3B525}" destId="{842D76CF-28EC-49BA-B238-686352857A5C}" srcOrd="11" destOrd="0" presId="urn:microsoft.com/office/officeart/2005/8/layout/list1"/>
    <dgm:cxn modelId="{DBEFEBA3-E23D-4DF8-AB6D-5984CF0CEB89}" type="presParOf" srcId="{54EC9020-70A9-4905-BCF5-34C5E1F3B525}" destId="{42420C25-70D7-4C0E-A4FB-03FCC11914FA}" srcOrd="12" destOrd="0" presId="urn:microsoft.com/office/officeart/2005/8/layout/list1"/>
    <dgm:cxn modelId="{9F11F2A3-E536-4C3B-B8C5-51B94CD00918}" type="presParOf" srcId="{42420C25-70D7-4C0E-A4FB-03FCC11914FA}" destId="{7E8C4EA3-5072-40CF-A1FD-2010D4813C69}" srcOrd="0" destOrd="0" presId="urn:microsoft.com/office/officeart/2005/8/layout/list1"/>
    <dgm:cxn modelId="{D6D4B831-F729-48CB-9BC6-EA97F8C74AC2}" type="presParOf" srcId="{42420C25-70D7-4C0E-A4FB-03FCC11914FA}" destId="{40411B20-1592-43AC-A6FE-A8B2EBB42973}" srcOrd="1" destOrd="0" presId="urn:microsoft.com/office/officeart/2005/8/layout/list1"/>
    <dgm:cxn modelId="{CAD95AEA-BC70-4450-AFA4-479C3AC2B116}" type="presParOf" srcId="{54EC9020-70A9-4905-BCF5-34C5E1F3B525}" destId="{EDA29CDA-D55C-4311-9A6C-BDB535C299B5}" srcOrd="13" destOrd="0" presId="urn:microsoft.com/office/officeart/2005/8/layout/list1"/>
    <dgm:cxn modelId="{2F4C15CB-47A2-457E-B6CA-1606A5FF9CB1}" type="presParOf" srcId="{54EC9020-70A9-4905-BCF5-34C5E1F3B525}" destId="{2FA089F6-8975-4A35-8156-F734DDD43A10}"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965343A-7DDD-4BDD-AD44-8FE6B7CBAAE2}" type="doc">
      <dgm:prSet loTypeId="urn:microsoft.com/office/officeart/2016/7/layout/HorizontalActionList" loCatId="List" qsTypeId="urn:microsoft.com/office/officeart/2005/8/quickstyle/simple4" qsCatId="simple" csTypeId="urn:microsoft.com/office/officeart/2005/8/colors/colorful2" csCatId="colorful"/>
      <dgm:spPr/>
      <dgm:t>
        <a:bodyPr/>
        <a:lstStyle/>
        <a:p>
          <a:endParaRPr lang="en-US"/>
        </a:p>
      </dgm:t>
    </dgm:pt>
    <dgm:pt modelId="{BECB97C3-3014-4919-AA06-8ADE01E763B7}">
      <dgm:prSet/>
      <dgm:spPr/>
      <dgm:t>
        <a:bodyPr/>
        <a:lstStyle/>
        <a:p>
          <a:r>
            <a:rPr lang="en-US"/>
            <a:t>Watch</a:t>
          </a:r>
        </a:p>
      </dgm:t>
    </dgm:pt>
    <dgm:pt modelId="{A6A50D96-CE93-456A-8797-0EE4F424BAD7}" type="parTrans" cxnId="{093BF98B-C221-42C9-9467-5C99777BE2AE}">
      <dgm:prSet/>
      <dgm:spPr/>
      <dgm:t>
        <a:bodyPr/>
        <a:lstStyle/>
        <a:p>
          <a:endParaRPr lang="en-US"/>
        </a:p>
      </dgm:t>
    </dgm:pt>
    <dgm:pt modelId="{9A1C7413-7BD0-4D11-831C-7750B6331A81}" type="sibTrans" cxnId="{093BF98B-C221-42C9-9467-5C99777BE2AE}">
      <dgm:prSet/>
      <dgm:spPr/>
      <dgm:t>
        <a:bodyPr/>
        <a:lstStyle/>
        <a:p>
          <a:endParaRPr lang="en-US"/>
        </a:p>
      </dgm:t>
    </dgm:pt>
    <dgm:pt modelId="{8A5A59D1-D8D6-4C18-96A2-D541191DAE08}">
      <dgm:prSet/>
      <dgm:spPr/>
      <dgm:t>
        <a:bodyPr/>
        <a:lstStyle/>
        <a:p>
          <a:r>
            <a:rPr lang="en-US"/>
            <a:t>Watch the sandbox spin up and run analysis</a:t>
          </a:r>
        </a:p>
      </dgm:t>
    </dgm:pt>
    <dgm:pt modelId="{88AB718D-D93A-49E0-8662-A2C74A494936}" type="parTrans" cxnId="{A57FF1D5-DD2A-4E22-BAAA-5946C743DB42}">
      <dgm:prSet/>
      <dgm:spPr/>
      <dgm:t>
        <a:bodyPr/>
        <a:lstStyle/>
        <a:p>
          <a:endParaRPr lang="en-US"/>
        </a:p>
      </dgm:t>
    </dgm:pt>
    <dgm:pt modelId="{1DF87B8A-6472-4860-BE42-AB53920D22FB}" type="sibTrans" cxnId="{A57FF1D5-DD2A-4E22-BAAA-5946C743DB42}">
      <dgm:prSet/>
      <dgm:spPr/>
      <dgm:t>
        <a:bodyPr/>
        <a:lstStyle/>
        <a:p>
          <a:endParaRPr lang="en-US"/>
        </a:p>
      </dgm:t>
    </dgm:pt>
    <dgm:pt modelId="{5653611F-777D-4CCF-8732-A334B53DE2B8}">
      <dgm:prSet/>
      <dgm:spPr/>
      <dgm:t>
        <a:bodyPr/>
        <a:lstStyle/>
        <a:p>
          <a:r>
            <a:rPr lang="en-US"/>
            <a:t>Review</a:t>
          </a:r>
        </a:p>
      </dgm:t>
    </dgm:pt>
    <dgm:pt modelId="{106F549A-405E-4451-AC26-5F314B1779C6}" type="parTrans" cxnId="{C7643916-0216-4365-89D9-2CE92FF6151A}">
      <dgm:prSet/>
      <dgm:spPr/>
      <dgm:t>
        <a:bodyPr/>
        <a:lstStyle/>
        <a:p>
          <a:endParaRPr lang="en-US"/>
        </a:p>
      </dgm:t>
    </dgm:pt>
    <dgm:pt modelId="{0B614990-E7B8-41D1-B83A-25AC3C75397A}" type="sibTrans" cxnId="{C7643916-0216-4365-89D9-2CE92FF6151A}">
      <dgm:prSet/>
      <dgm:spPr/>
      <dgm:t>
        <a:bodyPr/>
        <a:lstStyle/>
        <a:p>
          <a:endParaRPr lang="en-US"/>
        </a:p>
      </dgm:t>
    </dgm:pt>
    <dgm:pt modelId="{02B83C97-4EC8-43DE-BA15-63730F1C6519}">
      <dgm:prSet/>
      <dgm:spPr/>
      <dgm:t>
        <a:bodyPr/>
        <a:lstStyle/>
        <a:p>
          <a:r>
            <a:rPr lang="en-US"/>
            <a:t>Review generated reports highlighting threats</a:t>
          </a:r>
        </a:p>
      </dgm:t>
    </dgm:pt>
    <dgm:pt modelId="{9B620155-1684-4AD9-8580-0CE93CB8B377}" type="parTrans" cxnId="{36ADF148-5DCB-41ED-9767-8A5350A6DB11}">
      <dgm:prSet/>
      <dgm:spPr/>
      <dgm:t>
        <a:bodyPr/>
        <a:lstStyle/>
        <a:p>
          <a:endParaRPr lang="en-US"/>
        </a:p>
      </dgm:t>
    </dgm:pt>
    <dgm:pt modelId="{FFAEF44B-69A1-4AA3-9A58-9AD666D3B024}" type="sibTrans" cxnId="{36ADF148-5DCB-41ED-9767-8A5350A6DB11}">
      <dgm:prSet/>
      <dgm:spPr/>
      <dgm:t>
        <a:bodyPr/>
        <a:lstStyle/>
        <a:p>
          <a:endParaRPr lang="en-US"/>
        </a:p>
      </dgm:t>
    </dgm:pt>
    <dgm:pt modelId="{71CE7A88-48E2-4B10-A670-2072E8429D8A}">
      <dgm:prSet/>
      <dgm:spPr/>
      <dgm:t>
        <a:bodyPr/>
        <a:lstStyle/>
        <a:p>
          <a:r>
            <a:rPr lang="en-US"/>
            <a:t>Ask</a:t>
          </a:r>
        </a:p>
      </dgm:t>
    </dgm:pt>
    <dgm:pt modelId="{401F612E-4276-40B6-9ED6-D4B5E8CADE25}" type="parTrans" cxnId="{62373BAF-4DA8-4F68-9A8D-1811053D1A16}">
      <dgm:prSet/>
      <dgm:spPr/>
      <dgm:t>
        <a:bodyPr/>
        <a:lstStyle/>
        <a:p>
          <a:endParaRPr lang="en-US"/>
        </a:p>
      </dgm:t>
    </dgm:pt>
    <dgm:pt modelId="{FF2F3531-8660-4EBB-863D-4A01E678BF65}" type="sibTrans" cxnId="{62373BAF-4DA8-4F68-9A8D-1811053D1A16}">
      <dgm:prSet/>
      <dgm:spPr/>
      <dgm:t>
        <a:bodyPr/>
        <a:lstStyle/>
        <a:p>
          <a:endParaRPr lang="en-US"/>
        </a:p>
      </dgm:t>
    </dgm:pt>
    <dgm:pt modelId="{17A94A67-95E7-4A54-AD23-3FB0CA19F864}">
      <dgm:prSet/>
      <dgm:spPr/>
      <dgm:t>
        <a:bodyPr/>
        <a:lstStyle/>
        <a:p>
          <a:r>
            <a:rPr lang="en-US"/>
            <a:t>Ask me anything!</a:t>
          </a:r>
        </a:p>
      </dgm:t>
    </dgm:pt>
    <dgm:pt modelId="{C5456FD5-8D48-4E3B-8855-AF0F1EF5C256}" type="parTrans" cxnId="{30E91A10-9C8C-40D5-8624-60C464235E6A}">
      <dgm:prSet/>
      <dgm:spPr/>
      <dgm:t>
        <a:bodyPr/>
        <a:lstStyle/>
        <a:p>
          <a:endParaRPr lang="en-US"/>
        </a:p>
      </dgm:t>
    </dgm:pt>
    <dgm:pt modelId="{67BAA93B-3285-48AF-8723-54520F2BF3B7}" type="sibTrans" cxnId="{30E91A10-9C8C-40D5-8624-60C464235E6A}">
      <dgm:prSet/>
      <dgm:spPr/>
      <dgm:t>
        <a:bodyPr/>
        <a:lstStyle/>
        <a:p>
          <a:endParaRPr lang="en-US"/>
        </a:p>
      </dgm:t>
    </dgm:pt>
    <dgm:pt modelId="{1F566AB8-52E5-4A85-A072-83DB4FD6D097}" type="pres">
      <dgm:prSet presAssocID="{9965343A-7DDD-4BDD-AD44-8FE6B7CBAAE2}" presName="Name0" presStyleCnt="0">
        <dgm:presLayoutVars>
          <dgm:dir/>
          <dgm:animLvl val="lvl"/>
          <dgm:resizeHandles val="exact"/>
        </dgm:presLayoutVars>
      </dgm:prSet>
      <dgm:spPr/>
    </dgm:pt>
    <dgm:pt modelId="{2CD99EEB-345A-449A-AA89-43F3F8A2816F}" type="pres">
      <dgm:prSet presAssocID="{BECB97C3-3014-4919-AA06-8ADE01E763B7}" presName="composite" presStyleCnt="0"/>
      <dgm:spPr/>
    </dgm:pt>
    <dgm:pt modelId="{42E5C4E8-1237-4EF0-B4F1-1A4112B2767D}" type="pres">
      <dgm:prSet presAssocID="{BECB97C3-3014-4919-AA06-8ADE01E763B7}" presName="parTx" presStyleLbl="alignNode1" presStyleIdx="0" presStyleCnt="3">
        <dgm:presLayoutVars>
          <dgm:chMax val="0"/>
          <dgm:chPref val="0"/>
        </dgm:presLayoutVars>
      </dgm:prSet>
      <dgm:spPr/>
    </dgm:pt>
    <dgm:pt modelId="{94CEAF17-D976-4E0D-AA6D-63C4A7CCBA72}" type="pres">
      <dgm:prSet presAssocID="{BECB97C3-3014-4919-AA06-8ADE01E763B7}" presName="desTx" presStyleLbl="alignAccFollowNode1" presStyleIdx="0" presStyleCnt="3">
        <dgm:presLayoutVars/>
      </dgm:prSet>
      <dgm:spPr/>
    </dgm:pt>
    <dgm:pt modelId="{0EADF9D6-5FCE-4496-86A5-91DAB55EDEBE}" type="pres">
      <dgm:prSet presAssocID="{9A1C7413-7BD0-4D11-831C-7750B6331A81}" presName="space" presStyleCnt="0"/>
      <dgm:spPr/>
    </dgm:pt>
    <dgm:pt modelId="{90FA5116-2501-4FD9-8E2A-C6C816160E4E}" type="pres">
      <dgm:prSet presAssocID="{5653611F-777D-4CCF-8732-A334B53DE2B8}" presName="composite" presStyleCnt="0"/>
      <dgm:spPr/>
    </dgm:pt>
    <dgm:pt modelId="{7AAEB79B-B465-41E3-8805-F6EBE44664EB}" type="pres">
      <dgm:prSet presAssocID="{5653611F-777D-4CCF-8732-A334B53DE2B8}" presName="parTx" presStyleLbl="alignNode1" presStyleIdx="1" presStyleCnt="3">
        <dgm:presLayoutVars>
          <dgm:chMax val="0"/>
          <dgm:chPref val="0"/>
        </dgm:presLayoutVars>
      </dgm:prSet>
      <dgm:spPr/>
    </dgm:pt>
    <dgm:pt modelId="{0A22838B-FFF5-4D14-BDB4-29E5385C79BD}" type="pres">
      <dgm:prSet presAssocID="{5653611F-777D-4CCF-8732-A334B53DE2B8}" presName="desTx" presStyleLbl="alignAccFollowNode1" presStyleIdx="1" presStyleCnt="3">
        <dgm:presLayoutVars/>
      </dgm:prSet>
      <dgm:spPr/>
    </dgm:pt>
    <dgm:pt modelId="{BD2208A5-2259-44E5-A768-62C474E91AB1}" type="pres">
      <dgm:prSet presAssocID="{0B614990-E7B8-41D1-B83A-25AC3C75397A}" presName="space" presStyleCnt="0"/>
      <dgm:spPr/>
    </dgm:pt>
    <dgm:pt modelId="{3687FCDA-A3F4-441E-B3D3-63EF71F739FB}" type="pres">
      <dgm:prSet presAssocID="{71CE7A88-48E2-4B10-A670-2072E8429D8A}" presName="composite" presStyleCnt="0"/>
      <dgm:spPr/>
    </dgm:pt>
    <dgm:pt modelId="{21505139-BE0C-4CCE-8823-517CA7101A59}" type="pres">
      <dgm:prSet presAssocID="{71CE7A88-48E2-4B10-A670-2072E8429D8A}" presName="parTx" presStyleLbl="alignNode1" presStyleIdx="2" presStyleCnt="3">
        <dgm:presLayoutVars>
          <dgm:chMax val="0"/>
          <dgm:chPref val="0"/>
        </dgm:presLayoutVars>
      </dgm:prSet>
      <dgm:spPr/>
    </dgm:pt>
    <dgm:pt modelId="{A236E151-1EA4-4824-958F-05167F9D0F22}" type="pres">
      <dgm:prSet presAssocID="{71CE7A88-48E2-4B10-A670-2072E8429D8A}" presName="desTx" presStyleLbl="alignAccFollowNode1" presStyleIdx="2" presStyleCnt="3">
        <dgm:presLayoutVars/>
      </dgm:prSet>
      <dgm:spPr/>
    </dgm:pt>
  </dgm:ptLst>
  <dgm:cxnLst>
    <dgm:cxn modelId="{30E91A10-9C8C-40D5-8624-60C464235E6A}" srcId="{71CE7A88-48E2-4B10-A670-2072E8429D8A}" destId="{17A94A67-95E7-4A54-AD23-3FB0CA19F864}" srcOrd="0" destOrd="0" parTransId="{C5456FD5-8D48-4E3B-8855-AF0F1EF5C256}" sibTransId="{67BAA93B-3285-48AF-8723-54520F2BF3B7}"/>
    <dgm:cxn modelId="{E117E014-56D2-4D9E-BB06-4CB73832777D}" type="presOf" srcId="{5653611F-777D-4CCF-8732-A334B53DE2B8}" destId="{7AAEB79B-B465-41E3-8805-F6EBE44664EB}" srcOrd="0" destOrd="0" presId="urn:microsoft.com/office/officeart/2016/7/layout/HorizontalActionList"/>
    <dgm:cxn modelId="{C7643916-0216-4365-89D9-2CE92FF6151A}" srcId="{9965343A-7DDD-4BDD-AD44-8FE6B7CBAAE2}" destId="{5653611F-777D-4CCF-8732-A334B53DE2B8}" srcOrd="1" destOrd="0" parTransId="{106F549A-405E-4451-AC26-5F314B1779C6}" sibTransId="{0B614990-E7B8-41D1-B83A-25AC3C75397A}"/>
    <dgm:cxn modelId="{3F5A4A20-6F75-4F32-A9E4-1709E1F548F6}" type="presOf" srcId="{17A94A67-95E7-4A54-AD23-3FB0CA19F864}" destId="{A236E151-1EA4-4824-958F-05167F9D0F22}" srcOrd="0" destOrd="0" presId="urn:microsoft.com/office/officeart/2016/7/layout/HorizontalActionList"/>
    <dgm:cxn modelId="{1AFBAF2D-55F9-4314-9863-819265958E19}" type="presOf" srcId="{8A5A59D1-D8D6-4C18-96A2-D541191DAE08}" destId="{94CEAF17-D976-4E0D-AA6D-63C4A7CCBA72}" srcOrd="0" destOrd="0" presId="urn:microsoft.com/office/officeart/2016/7/layout/HorizontalActionList"/>
    <dgm:cxn modelId="{9064BE5F-EDC2-43DE-A453-EC319C0F68E8}" type="presOf" srcId="{9965343A-7DDD-4BDD-AD44-8FE6B7CBAAE2}" destId="{1F566AB8-52E5-4A85-A072-83DB4FD6D097}" srcOrd="0" destOrd="0" presId="urn:microsoft.com/office/officeart/2016/7/layout/HorizontalActionList"/>
    <dgm:cxn modelId="{F295D862-48FA-4161-B242-B07597D6886D}" type="presOf" srcId="{02B83C97-4EC8-43DE-BA15-63730F1C6519}" destId="{0A22838B-FFF5-4D14-BDB4-29E5385C79BD}" srcOrd="0" destOrd="0" presId="urn:microsoft.com/office/officeart/2016/7/layout/HorizontalActionList"/>
    <dgm:cxn modelId="{36ADF148-5DCB-41ED-9767-8A5350A6DB11}" srcId="{5653611F-777D-4CCF-8732-A334B53DE2B8}" destId="{02B83C97-4EC8-43DE-BA15-63730F1C6519}" srcOrd="0" destOrd="0" parTransId="{9B620155-1684-4AD9-8580-0CE93CB8B377}" sibTransId="{FFAEF44B-69A1-4AA3-9A58-9AD666D3B024}"/>
    <dgm:cxn modelId="{093BF98B-C221-42C9-9467-5C99777BE2AE}" srcId="{9965343A-7DDD-4BDD-AD44-8FE6B7CBAAE2}" destId="{BECB97C3-3014-4919-AA06-8ADE01E763B7}" srcOrd="0" destOrd="0" parTransId="{A6A50D96-CE93-456A-8797-0EE4F424BAD7}" sibTransId="{9A1C7413-7BD0-4D11-831C-7750B6331A81}"/>
    <dgm:cxn modelId="{62373BAF-4DA8-4F68-9A8D-1811053D1A16}" srcId="{9965343A-7DDD-4BDD-AD44-8FE6B7CBAAE2}" destId="{71CE7A88-48E2-4B10-A670-2072E8429D8A}" srcOrd="2" destOrd="0" parTransId="{401F612E-4276-40B6-9ED6-D4B5E8CADE25}" sibTransId="{FF2F3531-8660-4EBB-863D-4A01E678BF65}"/>
    <dgm:cxn modelId="{C0D9DCCC-2B6B-4A1B-A70C-73136D6B1B90}" type="presOf" srcId="{71CE7A88-48E2-4B10-A670-2072E8429D8A}" destId="{21505139-BE0C-4CCE-8823-517CA7101A59}" srcOrd="0" destOrd="0" presId="urn:microsoft.com/office/officeart/2016/7/layout/HorizontalActionList"/>
    <dgm:cxn modelId="{A57FF1D5-DD2A-4E22-BAAA-5946C743DB42}" srcId="{BECB97C3-3014-4919-AA06-8ADE01E763B7}" destId="{8A5A59D1-D8D6-4C18-96A2-D541191DAE08}" srcOrd="0" destOrd="0" parTransId="{88AB718D-D93A-49E0-8662-A2C74A494936}" sibTransId="{1DF87B8A-6472-4860-BE42-AB53920D22FB}"/>
    <dgm:cxn modelId="{5D109EE0-F452-4E41-B2CE-5D6E7FF51A87}" type="presOf" srcId="{BECB97C3-3014-4919-AA06-8ADE01E763B7}" destId="{42E5C4E8-1237-4EF0-B4F1-1A4112B2767D}" srcOrd="0" destOrd="0" presId="urn:microsoft.com/office/officeart/2016/7/layout/HorizontalActionList"/>
    <dgm:cxn modelId="{D5A9AC43-4D3E-4D08-B4F5-A8BFA70BB198}" type="presParOf" srcId="{1F566AB8-52E5-4A85-A072-83DB4FD6D097}" destId="{2CD99EEB-345A-449A-AA89-43F3F8A2816F}" srcOrd="0" destOrd="0" presId="urn:microsoft.com/office/officeart/2016/7/layout/HorizontalActionList"/>
    <dgm:cxn modelId="{9A38E1C7-BD36-4D70-BF2D-28E9698DAA23}" type="presParOf" srcId="{2CD99EEB-345A-449A-AA89-43F3F8A2816F}" destId="{42E5C4E8-1237-4EF0-B4F1-1A4112B2767D}" srcOrd="0" destOrd="0" presId="urn:microsoft.com/office/officeart/2016/7/layout/HorizontalActionList"/>
    <dgm:cxn modelId="{0FBC60EF-D000-4842-960C-6D68DF0B5E25}" type="presParOf" srcId="{2CD99EEB-345A-449A-AA89-43F3F8A2816F}" destId="{94CEAF17-D976-4E0D-AA6D-63C4A7CCBA72}" srcOrd="1" destOrd="0" presId="urn:microsoft.com/office/officeart/2016/7/layout/HorizontalActionList"/>
    <dgm:cxn modelId="{F32134CC-1F86-49E2-BD5F-1D1278E54583}" type="presParOf" srcId="{1F566AB8-52E5-4A85-A072-83DB4FD6D097}" destId="{0EADF9D6-5FCE-4496-86A5-91DAB55EDEBE}" srcOrd="1" destOrd="0" presId="urn:microsoft.com/office/officeart/2016/7/layout/HorizontalActionList"/>
    <dgm:cxn modelId="{F0A5C9EB-76A6-42AD-A9F7-492D815FD2CA}" type="presParOf" srcId="{1F566AB8-52E5-4A85-A072-83DB4FD6D097}" destId="{90FA5116-2501-4FD9-8E2A-C6C816160E4E}" srcOrd="2" destOrd="0" presId="urn:microsoft.com/office/officeart/2016/7/layout/HorizontalActionList"/>
    <dgm:cxn modelId="{E09608E1-D99B-44EB-BF32-84BDB5E42931}" type="presParOf" srcId="{90FA5116-2501-4FD9-8E2A-C6C816160E4E}" destId="{7AAEB79B-B465-41E3-8805-F6EBE44664EB}" srcOrd="0" destOrd="0" presId="urn:microsoft.com/office/officeart/2016/7/layout/HorizontalActionList"/>
    <dgm:cxn modelId="{CC12AB86-A044-4EAA-BD95-82E03E527ED9}" type="presParOf" srcId="{90FA5116-2501-4FD9-8E2A-C6C816160E4E}" destId="{0A22838B-FFF5-4D14-BDB4-29E5385C79BD}" srcOrd="1" destOrd="0" presId="urn:microsoft.com/office/officeart/2016/7/layout/HorizontalActionList"/>
    <dgm:cxn modelId="{B7599661-E262-491F-A42D-B50B73E6298F}" type="presParOf" srcId="{1F566AB8-52E5-4A85-A072-83DB4FD6D097}" destId="{BD2208A5-2259-44E5-A768-62C474E91AB1}" srcOrd="3" destOrd="0" presId="urn:microsoft.com/office/officeart/2016/7/layout/HorizontalActionList"/>
    <dgm:cxn modelId="{3870E90C-3254-4768-BBF2-67D68DD16A07}" type="presParOf" srcId="{1F566AB8-52E5-4A85-A072-83DB4FD6D097}" destId="{3687FCDA-A3F4-441E-B3D3-63EF71F739FB}" srcOrd="4" destOrd="0" presId="urn:microsoft.com/office/officeart/2016/7/layout/HorizontalActionList"/>
    <dgm:cxn modelId="{7407C900-AA8B-487C-B04B-D049D0995A56}" type="presParOf" srcId="{3687FCDA-A3F4-441E-B3D3-63EF71F739FB}" destId="{21505139-BE0C-4CCE-8823-517CA7101A59}" srcOrd="0" destOrd="0" presId="urn:microsoft.com/office/officeart/2016/7/layout/HorizontalActionList"/>
    <dgm:cxn modelId="{CED0CADD-A060-4702-BA39-C4C48891ED07}" type="presParOf" srcId="{3687FCDA-A3F4-441E-B3D3-63EF71F739FB}" destId="{A236E151-1EA4-4824-958F-05167F9D0F22}" srcOrd="1" destOrd="0" presId="urn:microsoft.com/office/officeart/2016/7/layout/HorizontalAc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F1130D-56C6-40CD-9CCE-FE694E67C472}">
      <dsp:nvSpPr>
        <dsp:cNvPr id="0" name=""/>
        <dsp:cNvSpPr/>
      </dsp:nvSpPr>
      <dsp:spPr>
        <a:xfrm>
          <a:off x="0" y="499"/>
          <a:ext cx="7213600" cy="11692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C5A18EC-FD11-43E8-948F-51234E15F583}">
      <dsp:nvSpPr>
        <dsp:cNvPr id="0" name=""/>
        <dsp:cNvSpPr/>
      </dsp:nvSpPr>
      <dsp:spPr>
        <a:xfrm>
          <a:off x="353707" y="263587"/>
          <a:ext cx="643104" cy="64310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EE4B924-31A6-41F5-B957-22ABA228E49B}">
      <dsp:nvSpPr>
        <dsp:cNvPr id="0" name=""/>
        <dsp:cNvSpPr/>
      </dsp:nvSpPr>
      <dsp:spPr>
        <a:xfrm>
          <a:off x="1350519" y="499"/>
          <a:ext cx="3246120" cy="116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749" tIns="123749" rIns="123749" bIns="123749" numCol="1" spcCol="1270" anchor="ctr" anchorCtr="0">
          <a:noAutofit/>
        </a:bodyPr>
        <a:lstStyle/>
        <a:p>
          <a:pPr marL="0" lvl="0" indent="0" algn="l" defTabSz="1022350">
            <a:lnSpc>
              <a:spcPct val="90000"/>
            </a:lnSpc>
            <a:spcBef>
              <a:spcPct val="0"/>
            </a:spcBef>
            <a:spcAft>
              <a:spcPct val="35000"/>
            </a:spcAft>
            <a:buNone/>
          </a:pPr>
          <a:r>
            <a:rPr lang="en-US" sz="2300" kern="1200"/>
            <a:t>Links can be dangerous can I use a VM to test them</a:t>
          </a:r>
        </a:p>
      </dsp:txBody>
      <dsp:txXfrm>
        <a:off x="1350519" y="499"/>
        <a:ext cx="3246120" cy="1169280"/>
      </dsp:txXfrm>
    </dsp:sp>
    <dsp:sp modelId="{F269FF43-8B69-47B3-9B56-615FDB6CD2ED}">
      <dsp:nvSpPr>
        <dsp:cNvPr id="0" name=""/>
        <dsp:cNvSpPr/>
      </dsp:nvSpPr>
      <dsp:spPr>
        <a:xfrm>
          <a:off x="4596639" y="499"/>
          <a:ext cx="2616960" cy="116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749" tIns="123749" rIns="123749" bIns="123749" numCol="1" spcCol="1270" anchor="ctr" anchorCtr="0">
          <a:noAutofit/>
        </a:bodyPr>
        <a:lstStyle/>
        <a:p>
          <a:pPr marL="0" lvl="0" indent="0" algn="l" defTabSz="755650">
            <a:lnSpc>
              <a:spcPct val="90000"/>
            </a:lnSpc>
            <a:spcBef>
              <a:spcPct val="0"/>
            </a:spcBef>
            <a:spcAft>
              <a:spcPct val="35000"/>
            </a:spcAft>
            <a:buNone/>
          </a:pPr>
          <a:r>
            <a:rPr lang="en-US" sz="1700" kern="1200"/>
            <a:t>Google can detect a lot of malisous site but not all them</a:t>
          </a:r>
        </a:p>
      </dsp:txBody>
      <dsp:txXfrm>
        <a:off x="4596639" y="499"/>
        <a:ext cx="2616960" cy="1169280"/>
      </dsp:txXfrm>
    </dsp:sp>
    <dsp:sp modelId="{54CC291D-36B1-4957-B240-261AD39AD9A1}">
      <dsp:nvSpPr>
        <dsp:cNvPr id="0" name=""/>
        <dsp:cNvSpPr/>
      </dsp:nvSpPr>
      <dsp:spPr>
        <a:xfrm>
          <a:off x="0" y="1462100"/>
          <a:ext cx="7213600" cy="11692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2AB194-7C9C-4EA9-94DB-2B85A14BAC82}">
      <dsp:nvSpPr>
        <dsp:cNvPr id="0" name=""/>
        <dsp:cNvSpPr/>
      </dsp:nvSpPr>
      <dsp:spPr>
        <a:xfrm>
          <a:off x="353707" y="1725188"/>
          <a:ext cx="643104" cy="64310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C21C642-F82F-4D3A-BEA3-CEDDF416C3CE}">
      <dsp:nvSpPr>
        <dsp:cNvPr id="0" name=""/>
        <dsp:cNvSpPr/>
      </dsp:nvSpPr>
      <dsp:spPr>
        <a:xfrm>
          <a:off x="1350519" y="1462100"/>
          <a:ext cx="5863080" cy="116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749" tIns="123749" rIns="123749" bIns="123749" numCol="1" spcCol="1270" anchor="ctr" anchorCtr="0">
          <a:noAutofit/>
        </a:bodyPr>
        <a:lstStyle/>
        <a:p>
          <a:pPr marL="0" lvl="0" indent="0" algn="l" defTabSz="1022350">
            <a:lnSpc>
              <a:spcPct val="90000"/>
            </a:lnSpc>
            <a:spcBef>
              <a:spcPct val="0"/>
            </a:spcBef>
            <a:spcAft>
              <a:spcPct val="35000"/>
            </a:spcAft>
            <a:buNone/>
          </a:pPr>
          <a:r>
            <a:rPr lang="en-US" sz="2300" kern="1200"/>
            <a:t>Safe way for user to test specific site before they open them</a:t>
          </a:r>
        </a:p>
      </dsp:txBody>
      <dsp:txXfrm>
        <a:off x="1350519" y="1462100"/>
        <a:ext cx="5863080" cy="1169280"/>
      </dsp:txXfrm>
    </dsp:sp>
    <dsp:sp modelId="{25094526-9313-4EAF-888A-5230D94D4C71}">
      <dsp:nvSpPr>
        <dsp:cNvPr id="0" name=""/>
        <dsp:cNvSpPr/>
      </dsp:nvSpPr>
      <dsp:spPr>
        <a:xfrm>
          <a:off x="0" y="2923701"/>
          <a:ext cx="7213600" cy="11692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BF75971-76D0-467B-8D96-93764B78449F}">
      <dsp:nvSpPr>
        <dsp:cNvPr id="0" name=""/>
        <dsp:cNvSpPr/>
      </dsp:nvSpPr>
      <dsp:spPr>
        <a:xfrm>
          <a:off x="353707" y="3186789"/>
          <a:ext cx="643104" cy="64310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15DC88D-3B0A-4D7A-AB86-F608B9AE9F2C}">
      <dsp:nvSpPr>
        <dsp:cNvPr id="0" name=""/>
        <dsp:cNvSpPr/>
      </dsp:nvSpPr>
      <dsp:spPr>
        <a:xfrm>
          <a:off x="1350519" y="2923701"/>
          <a:ext cx="3246120" cy="116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749" tIns="123749" rIns="123749" bIns="123749" numCol="1" spcCol="1270" anchor="ctr" anchorCtr="0">
          <a:noAutofit/>
        </a:bodyPr>
        <a:lstStyle/>
        <a:p>
          <a:pPr marL="0" lvl="0" indent="0" algn="l" defTabSz="1022350">
            <a:lnSpc>
              <a:spcPct val="90000"/>
            </a:lnSpc>
            <a:spcBef>
              <a:spcPct val="0"/>
            </a:spcBef>
            <a:spcAft>
              <a:spcPct val="35000"/>
            </a:spcAft>
            <a:buNone/>
          </a:pPr>
          <a:r>
            <a:rPr lang="en-US" sz="2300" kern="1200"/>
            <a:t>Need for an automated way to explore these threats</a:t>
          </a:r>
        </a:p>
      </dsp:txBody>
      <dsp:txXfrm>
        <a:off x="1350519" y="2923701"/>
        <a:ext cx="3246120" cy="1169280"/>
      </dsp:txXfrm>
    </dsp:sp>
    <dsp:sp modelId="{3C9F7DBD-ACDC-400D-9002-3AB440706213}">
      <dsp:nvSpPr>
        <dsp:cNvPr id="0" name=""/>
        <dsp:cNvSpPr/>
      </dsp:nvSpPr>
      <dsp:spPr>
        <a:xfrm>
          <a:off x="4596639" y="2923701"/>
          <a:ext cx="2616960" cy="116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749" tIns="123749" rIns="123749" bIns="123749" numCol="1" spcCol="1270" anchor="ctr" anchorCtr="0">
          <a:noAutofit/>
        </a:bodyPr>
        <a:lstStyle/>
        <a:p>
          <a:pPr marL="0" lvl="0" indent="0" algn="l" defTabSz="755650">
            <a:lnSpc>
              <a:spcPct val="90000"/>
            </a:lnSpc>
            <a:spcBef>
              <a:spcPct val="0"/>
            </a:spcBef>
            <a:spcAft>
              <a:spcPct val="35000"/>
            </a:spcAft>
            <a:buNone/>
          </a:pPr>
          <a:r>
            <a:rPr lang="en-US" sz="1700" kern="1200"/>
            <a:t>Open in VM, Record what happens</a:t>
          </a:r>
        </a:p>
      </dsp:txBody>
      <dsp:txXfrm>
        <a:off x="4596639" y="2923701"/>
        <a:ext cx="2616960" cy="11692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015FFF-1FE6-4AD9-9DC6-07322C65FC08}">
      <dsp:nvSpPr>
        <dsp:cNvPr id="0" name=""/>
        <dsp:cNvSpPr/>
      </dsp:nvSpPr>
      <dsp:spPr>
        <a:xfrm>
          <a:off x="0" y="0"/>
          <a:ext cx="6131560" cy="1228044"/>
        </a:xfrm>
        <a:prstGeom prst="roundRect">
          <a:avLst>
            <a:gd name="adj" fmla="val 10000"/>
          </a:avLst>
        </a:prstGeom>
        <a:gradFill rotWithShape="0">
          <a:gsLst>
            <a:gs pos="0">
              <a:schemeClr val="accent2">
                <a:hueOff val="0"/>
                <a:satOff val="0"/>
                <a:lumOff val="0"/>
                <a:alphaOff val="0"/>
                <a:tint val="96000"/>
                <a:lumMod val="100000"/>
              </a:schemeClr>
            </a:gs>
            <a:gs pos="78000">
              <a:schemeClr val="accent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Original had problems sending commands to oracle </a:t>
          </a:r>
        </a:p>
      </dsp:txBody>
      <dsp:txXfrm>
        <a:off x="35968" y="35968"/>
        <a:ext cx="4806404" cy="1156108"/>
      </dsp:txXfrm>
    </dsp:sp>
    <dsp:sp modelId="{25F367D9-ED89-419A-9033-C41FD1289D75}">
      <dsp:nvSpPr>
        <dsp:cNvPr id="0" name=""/>
        <dsp:cNvSpPr/>
      </dsp:nvSpPr>
      <dsp:spPr>
        <a:xfrm>
          <a:off x="541019" y="1432718"/>
          <a:ext cx="6131560" cy="1228044"/>
        </a:xfrm>
        <a:prstGeom prst="roundRect">
          <a:avLst>
            <a:gd name="adj" fmla="val 10000"/>
          </a:avLst>
        </a:prstGeom>
        <a:gradFill rotWithShape="0">
          <a:gsLst>
            <a:gs pos="0">
              <a:schemeClr val="accent2">
                <a:hueOff val="-1482143"/>
                <a:satOff val="7100"/>
                <a:lumOff val="6569"/>
                <a:alphaOff val="0"/>
                <a:tint val="96000"/>
                <a:lumMod val="100000"/>
              </a:schemeClr>
            </a:gs>
            <a:gs pos="78000">
              <a:schemeClr val="accent2">
                <a:hueOff val="-1482143"/>
                <a:satOff val="7100"/>
                <a:lumOff val="6569"/>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Then I found out after making input driven script that you cant run analysis in vm outside of the vm</a:t>
          </a:r>
        </a:p>
      </dsp:txBody>
      <dsp:txXfrm>
        <a:off x="576987" y="1468686"/>
        <a:ext cx="4720375" cy="1156108"/>
      </dsp:txXfrm>
    </dsp:sp>
    <dsp:sp modelId="{CA49EBD4-52D2-47C1-8D6E-9E419BA538CB}">
      <dsp:nvSpPr>
        <dsp:cNvPr id="0" name=""/>
        <dsp:cNvSpPr/>
      </dsp:nvSpPr>
      <dsp:spPr>
        <a:xfrm>
          <a:off x="1082039" y="2865437"/>
          <a:ext cx="6131560" cy="1228044"/>
        </a:xfrm>
        <a:prstGeom prst="roundRect">
          <a:avLst>
            <a:gd name="adj" fmla="val 10000"/>
          </a:avLst>
        </a:prstGeom>
        <a:gradFill rotWithShape="0">
          <a:gsLst>
            <a:gs pos="0">
              <a:schemeClr val="accent2">
                <a:hueOff val="-2964286"/>
                <a:satOff val="14200"/>
                <a:lumOff val="13137"/>
                <a:alphaOff val="0"/>
                <a:tint val="96000"/>
                <a:lumMod val="100000"/>
              </a:schemeClr>
            </a:gs>
            <a:gs pos="78000">
              <a:schemeClr val="accent2">
                <a:hueOff val="-2964286"/>
                <a:satOff val="14200"/>
                <a:lumOff val="13137"/>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This was great for security but ment it was inplausaible without a big work around</a:t>
          </a:r>
        </a:p>
      </dsp:txBody>
      <dsp:txXfrm>
        <a:off x="1118007" y="2901405"/>
        <a:ext cx="4720375" cy="1156108"/>
      </dsp:txXfrm>
    </dsp:sp>
    <dsp:sp modelId="{4DF3A2C2-5422-48CD-BA99-508C42E31456}">
      <dsp:nvSpPr>
        <dsp:cNvPr id="0" name=""/>
        <dsp:cNvSpPr/>
      </dsp:nvSpPr>
      <dsp:spPr>
        <a:xfrm>
          <a:off x="5333331" y="931267"/>
          <a:ext cx="798228" cy="798228"/>
        </a:xfrm>
        <a:prstGeom prst="downArrow">
          <a:avLst>
            <a:gd name="adj1" fmla="val 55000"/>
            <a:gd name="adj2" fmla="val 45000"/>
          </a:avLst>
        </a:prstGeom>
        <a:solidFill>
          <a:schemeClr val="accent2">
            <a:tint val="40000"/>
            <a:alpha val="90000"/>
            <a:hueOff val="0"/>
            <a:satOff val="0"/>
            <a:lumOff val="0"/>
            <a:alphaOff val="0"/>
          </a:schemeClr>
        </a:solidFill>
        <a:ln w="12700" cap="rnd"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5512932" y="931267"/>
        <a:ext cx="439026" cy="600667"/>
      </dsp:txXfrm>
    </dsp:sp>
    <dsp:sp modelId="{72BF53F8-1994-4B65-85E9-495BE88E64ED}">
      <dsp:nvSpPr>
        <dsp:cNvPr id="0" name=""/>
        <dsp:cNvSpPr/>
      </dsp:nvSpPr>
      <dsp:spPr>
        <a:xfrm>
          <a:off x="5874351" y="2355798"/>
          <a:ext cx="798228" cy="798228"/>
        </a:xfrm>
        <a:prstGeom prst="downArrow">
          <a:avLst>
            <a:gd name="adj1" fmla="val 55000"/>
            <a:gd name="adj2" fmla="val 45000"/>
          </a:avLst>
        </a:prstGeom>
        <a:solidFill>
          <a:schemeClr val="accent2">
            <a:tint val="40000"/>
            <a:alpha val="90000"/>
            <a:hueOff val="-4091839"/>
            <a:satOff val="45107"/>
            <a:lumOff val="4296"/>
            <a:alphaOff val="0"/>
          </a:schemeClr>
        </a:solidFill>
        <a:ln w="12700" cap="rnd" cmpd="sng" algn="ctr">
          <a:solidFill>
            <a:schemeClr val="accent2">
              <a:tint val="40000"/>
              <a:alpha val="90000"/>
              <a:hueOff val="-4091839"/>
              <a:satOff val="45107"/>
              <a:lumOff val="429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6053952" y="2355798"/>
        <a:ext cx="439026" cy="60066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0B0C51-0800-4D92-B9DF-67DD50302C14}">
      <dsp:nvSpPr>
        <dsp:cNvPr id="0" name=""/>
        <dsp:cNvSpPr/>
      </dsp:nvSpPr>
      <dsp:spPr>
        <a:xfrm>
          <a:off x="59311" y="785865"/>
          <a:ext cx="824654" cy="82465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9E5BDFA-CFCC-4E42-AB96-659D8419AB87}">
      <dsp:nvSpPr>
        <dsp:cNvPr id="0" name=""/>
        <dsp:cNvSpPr/>
      </dsp:nvSpPr>
      <dsp:spPr>
        <a:xfrm>
          <a:off x="232489" y="959043"/>
          <a:ext cx="478299" cy="47829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04E5599-183F-41C0-973C-FC1965286D59}">
      <dsp:nvSpPr>
        <dsp:cNvPr id="0" name=""/>
        <dsp:cNvSpPr/>
      </dsp:nvSpPr>
      <dsp:spPr>
        <a:xfrm>
          <a:off x="1060678" y="785865"/>
          <a:ext cx="1943829" cy="8246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kern="1200"/>
            <a:t>Playwright was new struggled to track redirects &amp; console errors</a:t>
          </a:r>
        </a:p>
      </dsp:txBody>
      <dsp:txXfrm>
        <a:off x="1060678" y="785865"/>
        <a:ext cx="1943829" cy="824654"/>
      </dsp:txXfrm>
    </dsp:sp>
    <dsp:sp modelId="{11D819E8-EEA9-4972-846C-D23CDF09E7B5}">
      <dsp:nvSpPr>
        <dsp:cNvPr id="0" name=""/>
        <dsp:cNvSpPr/>
      </dsp:nvSpPr>
      <dsp:spPr>
        <a:xfrm>
          <a:off x="3343205" y="785865"/>
          <a:ext cx="824654" cy="82465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85735B-2BDA-4457-AEF6-D1645F8E0BC1}">
      <dsp:nvSpPr>
        <dsp:cNvPr id="0" name=""/>
        <dsp:cNvSpPr/>
      </dsp:nvSpPr>
      <dsp:spPr>
        <a:xfrm>
          <a:off x="3516383" y="959043"/>
          <a:ext cx="478299" cy="47829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819DBEC-5136-420F-AD4A-B8867957A0BC}">
      <dsp:nvSpPr>
        <dsp:cNvPr id="0" name=""/>
        <dsp:cNvSpPr/>
      </dsp:nvSpPr>
      <dsp:spPr>
        <a:xfrm>
          <a:off x="4344572" y="785865"/>
          <a:ext cx="1943829" cy="8246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kern="1200"/>
            <a:t>Initial runs missed popups and downloads</a:t>
          </a:r>
        </a:p>
      </dsp:txBody>
      <dsp:txXfrm>
        <a:off x="4344572" y="785865"/>
        <a:ext cx="1943829" cy="824654"/>
      </dsp:txXfrm>
    </dsp:sp>
    <dsp:sp modelId="{D2D9C7AB-5EB8-4D4E-BA9A-9BF2AC4E411B}">
      <dsp:nvSpPr>
        <dsp:cNvPr id="0" name=""/>
        <dsp:cNvSpPr/>
      </dsp:nvSpPr>
      <dsp:spPr>
        <a:xfrm>
          <a:off x="59311" y="2270252"/>
          <a:ext cx="824654" cy="82465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DA7C23-50E7-452B-8871-1FC436675262}">
      <dsp:nvSpPr>
        <dsp:cNvPr id="0" name=""/>
        <dsp:cNvSpPr/>
      </dsp:nvSpPr>
      <dsp:spPr>
        <a:xfrm>
          <a:off x="232489" y="2443429"/>
          <a:ext cx="478299" cy="47829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FED62D5-F73E-423D-BA52-3428E32FC6BB}">
      <dsp:nvSpPr>
        <dsp:cNvPr id="0" name=""/>
        <dsp:cNvSpPr/>
      </dsp:nvSpPr>
      <dsp:spPr>
        <a:xfrm>
          <a:off x="1060678" y="2270252"/>
          <a:ext cx="1943829" cy="8246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kern="1200"/>
            <a:t>Concerned about running malware on my host machine</a:t>
          </a:r>
        </a:p>
      </dsp:txBody>
      <dsp:txXfrm>
        <a:off x="1060678" y="2270252"/>
        <a:ext cx="1943829" cy="824654"/>
      </dsp:txXfrm>
    </dsp:sp>
    <dsp:sp modelId="{F68870FC-6CBD-4CD8-A9B7-725234E8CB3C}">
      <dsp:nvSpPr>
        <dsp:cNvPr id="0" name=""/>
        <dsp:cNvSpPr/>
      </dsp:nvSpPr>
      <dsp:spPr>
        <a:xfrm>
          <a:off x="3343205" y="2270252"/>
          <a:ext cx="824654" cy="82465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B79FEB2-1E91-499D-9153-B4F6887AD104}">
      <dsp:nvSpPr>
        <dsp:cNvPr id="0" name=""/>
        <dsp:cNvSpPr/>
      </dsp:nvSpPr>
      <dsp:spPr>
        <a:xfrm>
          <a:off x="3516383" y="2443429"/>
          <a:ext cx="478299" cy="47829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C914AFB-7729-44EF-95A8-0DEC1C4E98EF}">
      <dsp:nvSpPr>
        <dsp:cNvPr id="0" name=""/>
        <dsp:cNvSpPr/>
      </dsp:nvSpPr>
      <dsp:spPr>
        <a:xfrm>
          <a:off x="4344572" y="2270252"/>
          <a:ext cx="1943829" cy="8246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kern="1200"/>
            <a:t>This is where it went from reverse honeypot to more of a web crawler for detecting malisous behavoir</a:t>
          </a:r>
        </a:p>
      </dsp:txBody>
      <dsp:txXfrm>
        <a:off x="4344572" y="2270252"/>
        <a:ext cx="1943829" cy="82465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D5A5BA-5AE3-4792-896A-500370D61F9A}">
      <dsp:nvSpPr>
        <dsp:cNvPr id="0" name=""/>
        <dsp:cNvSpPr/>
      </dsp:nvSpPr>
      <dsp:spPr>
        <a:xfrm>
          <a:off x="0" y="1698"/>
          <a:ext cx="7213600" cy="86107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592AEDB-ACC1-4277-9FAB-9AEDEFA20DA7}">
      <dsp:nvSpPr>
        <dsp:cNvPr id="0" name=""/>
        <dsp:cNvSpPr/>
      </dsp:nvSpPr>
      <dsp:spPr>
        <a:xfrm>
          <a:off x="260473" y="195439"/>
          <a:ext cx="473588" cy="47358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E28E299-3D39-4C59-8A41-AD21DEA01D29}">
      <dsp:nvSpPr>
        <dsp:cNvPr id="0" name=""/>
        <dsp:cNvSpPr/>
      </dsp:nvSpPr>
      <dsp:spPr>
        <a:xfrm>
          <a:off x="994536" y="1698"/>
          <a:ext cx="6219063" cy="861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130" tIns="91130" rIns="91130" bIns="91130" numCol="1" spcCol="1270" anchor="ctr" anchorCtr="0">
          <a:noAutofit/>
        </a:bodyPr>
        <a:lstStyle/>
        <a:p>
          <a:pPr marL="0" lvl="0" indent="0" algn="l" defTabSz="977900">
            <a:lnSpc>
              <a:spcPct val="100000"/>
            </a:lnSpc>
            <a:spcBef>
              <a:spcPct val="0"/>
            </a:spcBef>
            <a:spcAft>
              <a:spcPct val="35000"/>
            </a:spcAft>
            <a:buNone/>
          </a:pPr>
          <a:r>
            <a:rPr lang="en-US" sz="2200" kern="1200"/>
            <a:t>Benign sites: minimal redirects, no popups, clean logs</a:t>
          </a:r>
        </a:p>
      </dsp:txBody>
      <dsp:txXfrm>
        <a:off x="994536" y="1698"/>
        <a:ext cx="6219063" cy="861070"/>
      </dsp:txXfrm>
    </dsp:sp>
    <dsp:sp modelId="{DC1F8412-CFA5-4D9E-9440-FF065FF21DF2}">
      <dsp:nvSpPr>
        <dsp:cNvPr id="0" name=""/>
        <dsp:cNvSpPr/>
      </dsp:nvSpPr>
      <dsp:spPr>
        <a:xfrm>
          <a:off x="0" y="1078036"/>
          <a:ext cx="7213600" cy="86107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35EA47-30B6-4667-A86E-CC2ABD59C2D5}">
      <dsp:nvSpPr>
        <dsp:cNvPr id="0" name=""/>
        <dsp:cNvSpPr/>
      </dsp:nvSpPr>
      <dsp:spPr>
        <a:xfrm>
          <a:off x="260473" y="1271777"/>
          <a:ext cx="473588" cy="47358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5C54E64-9C1C-4CD2-904E-69FB765064FC}">
      <dsp:nvSpPr>
        <dsp:cNvPr id="0" name=""/>
        <dsp:cNvSpPr/>
      </dsp:nvSpPr>
      <dsp:spPr>
        <a:xfrm>
          <a:off x="994536" y="1078036"/>
          <a:ext cx="6219063" cy="861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130" tIns="91130" rIns="91130" bIns="91130" numCol="1" spcCol="1270" anchor="ctr" anchorCtr="0">
          <a:noAutofit/>
        </a:bodyPr>
        <a:lstStyle/>
        <a:p>
          <a:pPr marL="0" lvl="0" indent="0" algn="l" defTabSz="977900">
            <a:lnSpc>
              <a:spcPct val="100000"/>
            </a:lnSpc>
            <a:spcBef>
              <a:spcPct val="0"/>
            </a:spcBef>
            <a:spcAft>
              <a:spcPct val="35000"/>
            </a:spcAft>
            <a:buNone/>
          </a:pPr>
          <a:r>
            <a:rPr lang="en-US" sz="2200" kern="1200"/>
            <a:t>Suspicious sites: multiple redirects, popups, trackers</a:t>
          </a:r>
        </a:p>
      </dsp:txBody>
      <dsp:txXfrm>
        <a:off x="994536" y="1078036"/>
        <a:ext cx="6219063" cy="861070"/>
      </dsp:txXfrm>
    </dsp:sp>
    <dsp:sp modelId="{AD5D3EF1-B7BE-4A41-AD2A-3DEDACEAC90A}">
      <dsp:nvSpPr>
        <dsp:cNvPr id="0" name=""/>
        <dsp:cNvSpPr/>
      </dsp:nvSpPr>
      <dsp:spPr>
        <a:xfrm>
          <a:off x="0" y="2154374"/>
          <a:ext cx="7213600" cy="86107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97578C5-A66C-4C13-BF70-2DFD4D84602C}">
      <dsp:nvSpPr>
        <dsp:cNvPr id="0" name=""/>
        <dsp:cNvSpPr/>
      </dsp:nvSpPr>
      <dsp:spPr>
        <a:xfrm>
          <a:off x="260473" y="2348115"/>
          <a:ext cx="473588" cy="47358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80998AA-9E4B-4D7F-8D3B-6B00D42E6ADE}">
      <dsp:nvSpPr>
        <dsp:cNvPr id="0" name=""/>
        <dsp:cNvSpPr/>
      </dsp:nvSpPr>
      <dsp:spPr>
        <a:xfrm>
          <a:off x="994536" y="2154374"/>
          <a:ext cx="6219063" cy="861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130" tIns="91130" rIns="91130" bIns="91130" numCol="1" spcCol="1270" anchor="ctr" anchorCtr="0">
          <a:noAutofit/>
        </a:bodyPr>
        <a:lstStyle/>
        <a:p>
          <a:pPr marL="0" lvl="0" indent="0" algn="l" defTabSz="977900">
            <a:lnSpc>
              <a:spcPct val="100000"/>
            </a:lnSpc>
            <a:spcBef>
              <a:spcPct val="0"/>
            </a:spcBef>
            <a:spcAft>
              <a:spcPct val="35000"/>
            </a:spcAft>
            <a:buNone/>
          </a:pPr>
          <a:r>
            <a:rPr lang="en-US" sz="2200" kern="1200" dirty="0"/>
            <a:t>Malicious sites: auto-downloads, heavy redirects, popups</a:t>
          </a:r>
        </a:p>
      </dsp:txBody>
      <dsp:txXfrm>
        <a:off x="994536" y="2154374"/>
        <a:ext cx="6219063" cy="861070"/>
      </dsp:txXfrm>
    </dsp:sp>
    <dsp:sp modelId="{2F6FF054-3EE4-4A0F-8E7A-5B406C38C71C}">
      <dsp:nvSpPr>
        <dsp:cNvPr id="0" name=""/>
        <dsp:cNvSpPr/>
      </dsp:nvSpPr>
      <dsp:spPr>
        <a:xfrm>
          <a:off x="0" y="3230712"/>
          <a:ext cx="7213600" cy="86107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C52A3F-A32C-439B-90E9-48B68A298594}">
      <dsp:nvSpPr>
        <dsp:cNvPr id="0" name=""/>
        <dsp:cNvSpPr/>
      </dsp:nvSpPr>
      <dsp:spPr>
        <a:xfrm>
          <a:off x="260473" y="3424453"/>
          <a:ext cx="473588" cy="47358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DFE0768-A76B-4421-B440-39A6881C0B62}">
      <dsp:nvSpPr>
        <dsp:cNvPr id="0" name=""/>
        <dsp:cNvSpPr/>
      </dsp:nvSpPr>
      <dsp:spPr>
        <a:xfrm>
          <a:off x="994536" y="3230712"/>
          <a:ext cx="6219063" cy="861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130" tIns="91130" rIns="91130" bIns="91130" numCol="1" spcCol="1270" anchor="ctr" anchorCtr="0">
          <a:noAutofit/>
        </a:bodyPr>
        <a:lstStyle/>
        <a:p>
          <a:pPr marL="0" lvl="0" indent="0" algn="l" defTabSz="977900">
            <a:lnSpc>
              <a:spcPct val="100000"/>
            </a:lnSpc>
            <a:spcBef>
              <a:spcPct val="0"/>
            </a:spcBef>
            <a:spcAft>
              <a:spcPct val="35000"/>
            </a:spcAft>
            <a:buNone/>
          </a:pPr>
          <a:r>
            <a:rPr lang="en-US" sz="2200" kern="1200" dirty="0"/>
            <a:t>Risk scores aligned well with expected threat levels </a:t>
          </a:r>
        </a:p>
      </dsp:txBody>
      <dsp:txXfrm>
        <a:off x="994536" y="3230712"/>
        <a:ext cx="6219063" cy="86107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EA91F4-1150-4590-8A47-AEBC2DE7F1F7}">
      <dsp:nvSpPr>
        <dsp:cNvPr id="0" name=""/>
        <dsp:cNvSpPr/>
      </dsp:nvSpPr>
      <dsp:spPr>
        <a:xfrm>
          <a:off x="0" y="438712"/>
          <a:ext cx="4992577" cy="428400"/>
        </a:xfrm>
        <a:prstGeom prst="rect">
          <a:avLst/>
        </a:prstGeom>
        <a:solidFill>
          <a:schemeClr val="lt1">
            <a:alpha val="90000"/>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E340428F-988A-4946-A830-730441708167}">
      <dsp:nvSpPr>
        <dsp:cNvPr id="0" name=""/>
        <dsp:cNvSpPr/>
      </dsp:nvSpPr>
      <dsp:spPr>
        <a:xfrm>
          <a:off x="249628" y="187792"/>
          <a:ext cx="3494803" cy="501840"/>
        </a:xfrm>
        <a:prstGeom prst="roundRect">
          <a:avLst/>
        </a:prstGeom>
        <a:gradFill rotWithShape="0">
          <a:gsLst>
            <a:gs pos="0">
              <a:schemeClr val="accent2">
                <a:hueOff val="0"/>
                <a:satOff val="0"/>
                <a:lumOff val="0"/>
                <a:alphaOff val="0"/>
                <a:tint val="96000"/>
                <a:lumMod val="100000"/>
              </a:schemeClr>
            </a:gs>
            <a:gs pos="78000">
              <a:schemeClr val="accent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2095" tIns="0" rIns="132095" bIns="0" numCol="1" spcCol="1270" anchor="ctr" anchorCtr="0">
          <a:noAutofit/>
        </a:bodyPr>
        <a:lstStyle/>
        <a:p>
          <a:pPr marL="0" lvl="0" indent="0" algn="l" defTabSz="755650">
            <a:lnSpc>
              <a:spcPct val="90000"/>
            </a:lnSpc>
            <a:spcBef>
              <a:spcPct val="0"/>
            </a:spcBef>
            <a:spcAft>
              <a:spcPct val="35000"/>
            </a:spcAft>
            <a:buNone/>
          </a:pPr>
          <a:r>
            <a:rPr lang="en-US" sz="1700" kern="1200"/>
            <a:t>VM startup slows analysis</a:t>
          </a:r>
        </a:p>
      </dsp:txBody>
      <dsp:txXfrm>
        <a:off x="274126" y="212290"/>
        <a:ext cx="3445807" cy="452844"/>
      </dsp:txXfrm>
    </dsp:sp>
    <dsp:sp modelId="{5AFB0469-BB9E-4BEA-B302-B718C56C65B9}">
      <dsp:nvSpPr>
        <dsp:cNvPr id="0" name=""/>
        <dsp:cNvSpPr/>
      </dsp:nvSpPr>
      <dsp:spPr>
        <a:xfrm>
          <a:off x="0" y="1209832"/>
          <a:ext cx="4992577" cy="428400"/>
        </a:xfrm>
        <a:prstGeom prst="rect">
          <a:avLst/>
        </a:prstGeom>
        <a:solidFill>
          <a:schemeClr val="lt1">
            <a:alpha val="90000"/>
            <a:hueOff val="0"/>
            <a:satOff val="0"/>
            <a:lumOff val="0"/>
            <a:alphaOff val="0"/>
          </a:schemeClr>
        </a:solidFill>
        <a:ln w="12700" cap="rnd" cmpd="sng" algn="ctr">
          <a:solidFill>
            <a:schemeClr val="accent2">
              <a:hueOff val="-988095"/>
              <a:satOff val="4733"/>
              <a:lumOff val="4379"/>
              <a:alphaOff val="0"/>
            </a:schemeClr>
          </a:solidFill>
          <a:prstDash val="solid"/>
        </a:ln>
        <a:effectLst/>
      </dsp:spPr>
      <dsp:style>
        <a:lnRef idx="1">
          <a:scrgbClr r="0" g="0" b="0"/>
        </a:lnRef>
        <a:fillRef idx="1">
          <a:scrgbClr r="0" g="0" b="0"/>
        </a:fillRef>
        <a:effectRef idx="0">
          <a:scrgbClr r="0" g="0" b="0"/>
        </a:effectRef>
        <a:fontRef idx="minor"/>
      </dsp:style>
    </dsp:sp>
    <dsp:sp modelId="{5A4B3971-280B-468B-914B-226090A4B1A1}">
      <dsp:nvSpPr>
        <dsp:cNvPr id="0" name=""/>
        <dsp:cNvSpPr/>
      </dsp:nvSpPr>
      <dsp:spPr>
        <a:xfrm>
          <a:off x="249628" y="958912"/>
          <a:ext cx="3494803" cy="501840"/>
        </a:xfrm>
        <a:prstGeom prst="roundRect">
          <a:avLst/>
        </a:prstGeom>
        <a:gradFill rotWithShape="0">
          <a:gsLst>
            <a:gs pos="0">
              <a:schemeClr val="accent2">
                <a:hueOff val="-988095"/>
                <a:satOff val="4733"/>
                <a:lumOff val="4379"/>
                <a:alphaOff val="0"/>
                <a:tint val="96000"/>
                <a:lumMod val="100000"/>
              </a:schemeClr>
            </a:gs>
            <a:gs pos="78000">
              <a:schemeClr val="accent2">
                <a:hueOff val="-988095"/>
                <a:satOff val="4733"/>
                <a:lumOff val="4379"/>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2095" tIns="0" rIns="132095" bIns="0" numCol="1" spcCol="1270" anchor="ctr" anchorCtr="0">
          <a:noAutofit/>
        </a:bodyPr>
        <a:lstStyle/>
        <a:p>
          <a:pPr marL="0" lvl="0" indent="0" algn="l" defTabSz="755650">
            <a:lnSpc>
              <a:spcPct val="90000"/>
            </a:lnSpc>
            <a:spcBef>
              <a:spcPct val="0"/>
            </a:spcBef>
            <a:spcAft>
              <a:spcPct val="35000"/>
            </a:spcAft>
            <a:buNone/>
          </a:pPr>
          <a:r>
            <a:rPr lang="en-US" sz="1700" kern="1200"/>
            <a:t>Basic risk scoring not Machine Learning based yet (undynamic)</a:t>
          </a:r>
        </a:p>
      </dsp:txBody>
      <dsp:txXfrm>
        <a:off x="274126" y="983410"/>
        <a:ext cx="3445807" cy="452844"/>
      </dsp:txXfrm>
    </dsp:sp>
    <dsp:sp modelId="{102387FE-6F71-4EFC-8630-454B03B58005}">
      <dsp:nvSpPr>
        <dsp:cNvPr id="0" name=""/>
        <dsp:cNvSpPr/>
      </dsp:nvSpPr>
      <dsp:spPr>
        <a:xfrm>
          <a:off x="0" y="1980952"/>
          <a:ext cx="4992577" cy="428400"/>
        </a:xfrm>
        <a:prstGeom prst="rect">
          <a:avLst/>
        </a:prstGeom>
        <a:solidFill>
          <a:schemeClr val="lt1">
            <a:alpha val="90000"/>
            <a:hueOff val="0"/>
            <a:satOff val="0"/>
            <a:lumOff val="0"/>
            <a:alphaOff val="0"/>
          </a:schemeClr>
        </a:solidFill>
        <a:ln w="12700" cap="rnd" cmpd="sng" algn="ctr">
          <a:solidFill>
            <a:schemeClr val="accent2">
              <a:hueOff val="-1976191"/>
              <a:satOff val="9467"/>
              <a:lumOff val="8758"/>
              <a:alphaOff val="0"/>
            </a:schemeClr>
          </a:solidFill>
          <a:prstDash val="solid"/>
        </a:ln>
        <a:effectLst/>
      </dsp:spPr>
      <dsp:style>
        <a:lnRef idx="1">
          <a:scrgbClr r="0" g="0" b="0"/>
        </a:lnRef>
        <a:fillRef idx="1">
          <a:scrgbClr r="0" g="0" b="0"/>
        </a:fillRef>
        <a:effectRef idx="0">
          <a:scrgbClr r="0" g="0" b="0"/>
        </a:effectRef>
        <a:fontRef idx="minor"/>
      </dsp:style>
    </dsp:sp>
    <dsp:sp modelId="{942C9B64-5EC9-48D0-82CA-4B281DEBCD94}">
      <dsp:nvSpPr>
        <dsp:cNvPr id="0" name=""/>
        <dsp:cNvSpPr/>
      </dsp:nvSpPr>
      <dsp:spPr>
        <a:xfrm>
          <a:off x="249628" y="1730032"/>
          <a:ext cx="3494803" cy="501840"/>
        </a:xfrm>
        <a:prstGeom prst="roundRect">
          <a:avLst/>
        </a:prstGeom>
        <a:gradFill rotWithShape="0">
          <a:gsLst>
            <a:gs pos="0">
              <a:schemeClr val="accent2">
                <a:hueOff val="-1976191"/>
                <a:satOff val="9467"/>
                <a:lumOff val="8758"/>
                <a:alphaOff val="0"/>
                <a:tint val="96000"/>
                <a:lumMod val="100000"/>
              </a:schemeClr>
            </a:gs>
            <a:gs pos="78000">
              <a:schemeClr val="accent2">
                <a:hueOff val="-1976191"/>
                <a:satOff val="9467"/>
                <a:lumOff val="8758"/>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2095" tIns="0" rIns="132095" bIns="0" numCol="1" spcCol="1270" anchor="ctr" anchorCtr="0">
          <a:noAutofit/>
        </a:bodyPr>
        <a:lstStyle/>
        <a:p>
          <a:pPr marL="0" lvl="0" indent="0" algn="l" defTabSz="755650">
            <a:lnSpc>
              <a:spcPct val="90000"/>
            </a:lnSpc>
            <a:spcBef>
              <a:spcPct val="0"/>
            </a:spcBef>
            <a:spcAft>
              <a:spcPct val="35000"/>
            </a:spcAft>
            <a:buNone/>
          </a:pPr>
          <a:r>
            <a:rPr lang="en-US" sz="1700" kern="1200"/>
            <a:t>Browser level focus, no deep system malware analysis</a:t>
          </a:r>
        </a:p>
      </dsp:txBody>
      <dsp:txXfrm>
        <a:off x="274126" y="1754530"/>
        <a:ext cx="3445807" cy="452844"/>
      </dsp:txXfrm>
    </dsp:sp>
    <dsp:sp modelId="{2FA089F6-8975-4A35-8156-F734DDD43A10}">
      <dsp:nvSpPr>
        <dsp:cNvPr id="0" name=""/>
        <dsp:cNvSpPr/>
      </dsp:nvSpPr>
      <dsp:spPr>
        <a:xfrm>
          <a:off x="0" y="2752072"/>
          <a:ext cx="4992577" cy="1981350"/>
        </a:xfrm>
        <a:prstGeom prst="rect">
          <a:avLst/>
        </a:prstGeom>
        <a:solidFill>
          <a:schemeClr val="lt1">
            <a:alpha val="90000"/>
            <a:hueOff val="0"/>
            <a:satOff val="0"/>
            <a:lumOff val="0"/>
            <a:alphaOff val="0"/>
          </a:schemeClr>
        </a:solidFill>
        <a:ln w="12700" cap="rnd" cmpd="sng" algn="ctr">
          <a:solidFill>
            <a:schemeClr val="accent2">
              <a:hueOff val="-2964286"/>
              <a:satOff val="14200"/>
              <a:lumOff val="13137"/>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7479" tIns="354076" rIns="387479"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a:t>Incorperate machine learning models for better threat prediction</a:t>
          </a:r>
        </a:p>
        <a:p>
          <a:pPr marL="171450" lvl="1" indent="-171450" algn="l" defTabSz="755650">
            <a:lnSpc>
              <a:spcPct val="90000"/>
            </a:lnSpc>
            <a:spcBef>
              <a:spcPct val="0"/>
            </a:spcBef>
            <a:spcAft>
              <a:spcPct val="15000"/>
            </a:spcAft>
            <a:buChar char="•"/>
          </a:pPr>
          <a:r>
            <a:rPr lang="en-US" sz="1700" kern="1200"/>
            <a:t>Automate Playwright fully inside VM</a:t>
          </a:r>
        </a:p>
        <a:p>
          <a:pPr marL="171450" lvl="1" indent="-171450" algn="l" defTabSz="755650">
            <a:lnSpc>
              <a:spcPct val="90000"/>
            </a:lnSpc>
            <a:spcBef>
              <a:spcPct val="0"/>
            </a:spcBef>
            <a:spcAft>
              <a:spcPct val="15000"/>
            </a:spcAft>
            <a:buChar char="•"/>
          </a:pPr>
          <a:r>
            <a:rPr lang="en-US" sz="1700" kern="1200"/>
            <a:t>Add network traffic capture &amp; analysis</a:t>
          </a:r>
        </a:p>
        <a:p>
          <a:pPr marL="171450" lvl="1" indent="-171450" algn="l" defTabSz="755650">
            <a:lnSpc>
              <a:spcPct val="90000"/>
            </a:lnSpc>
            <a:spcBef>
              <a:spcPct val="0"/>
            </a:spcBef>
            <a:spcAft>
              <a:spcPct val="15000"/>
            </a:spcAft>
            <a:buChar char="•"/>
          </a:pPr>
          <a:r>
            <a:rPr lang="en-US" sz="1700" kern="1200"/>
            <a:t>Build UI for reports, chrome extension(needs to work w/app)</a:t>
          </a:r>
        </a:p>
      </dsp:txBody>
      <dsp:txXfrm>
        <a:off x="0" y="2752072"/>
        <a:ext cx="4992577" cy="1981350"/>
      </dsp:txXfrm>
    </dsp:sp>
    <dsp:sp modelId="{40411B20-1592-43AC-A6FE-A8B2EBB42973}">
      <dsp:nvSpPr>
        <dsp:cNvPr id="0" name=""/>
        <dsp:cNvSpPr/>
      </dsp:nvSpPr>
      <dsp:spPr>
        <a:xfrm>
          <a:off x="249628" y="2501152"/>
          <a:ext cx="3494803" cy="501840"/>
        </a:xfrm>
        <a:prstGeom prst="roundRect">
          <a:avLst/>
        </a:prstGeom>
        <a:gradFill rotWithShape="0">
          <a:gsLst>
            <a:gs pos="0">
              <a:schemeClr val="accent2">
                <a:hueOff val="-2964286"/>
                <a:satOff val="14200"/>
                <a:lumOff val="13137"/>
                <a:alphaOff val="0"/>
                <a:tint val="96000"/>
                <a:lumMod val="100000"/>
              </a:schemeClr>
            </a:gs>
            <a:gs pos="78000">
              <a:schemeClr val="accent2">
                <a:hueOff val="-2964286"/>
                <a:satOff val="14200"/>
                <a:lumOff val="13137"/>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2095" tIns="0" rIns="132095" bIns="0" numCol="1" spcCol="1270" anchor="ctr" anchorCtr="0">
          <a:noAutofit/>
        </a:bodyPr>
        <a:lstStyle/>
        <a:p>
          <a:pPr marL="0" lvl="0" indent="0" algn="l" defTabSz="755650">
            <a:lnSpc>
              <a:spcPct val="90000"/>
            </a:lnSpc>
            <a:spcBef>
              <a:spcPct val="0"/>
            </a:spcBef>
            <a:spcAft>
              <a:spcPct val="35000"/>
            </a:spcAft>
            <a:buNone/>
          </a:pPr>
          <a:r>
            <a:rPr lang="en-US" sz="1700" kern="1200"/>
            <a:t>Future Plans</a:t>
          </a:r>
        </a:p>
      </dsp:txBody>
      <dsp:txXfrm>
        <a:off x="274126" y="2525650"/>
        <a:ext cx="3445807" cy="45284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E5C4E8-1237-4EF0-B4F1-1A4112B2767D}">
      <dsp:nvSpPr>
        <dsp:cNvPr id="0" name=""/>
        <dsp:cNvSpPr/>
      </dsp:nvSpPr>
      <dsp:spPr>
        <a:xfrm>
          <a:off x="481" y="984242"/>
          <a:ext cx="1591871" cy="477561"/>
        </a:xfrm>
        <a:prstGeom prst="rect">
          <a:avLst/>
        </a:prstGeom>
        <a:gradFill rotWithShape="0">
          <a:gsLst>
            <a:gs pos="0">
              <a:schemeClr val="accent2">
                <a:hueOff val="0"/>
                <a:satOff val="0"/>
                <a:lumOff val="0"/>
                <a:alphaOff val="0"/>
                <a:tint val="96000"/>
                <a:lumMod val="100000"/>
              </a:schemeClr>
            </a:gs>
            <a:gs pos="78000">
              <a:schemeClr val="accent2">
                <a:hueOff val="0"/>
                <a:satOff val="0"/>
                <a:lumOff val="0"/>
                <a:alphaOff val="0"/>
                <a:shade val="94000"/>
                <a:lumMod val="94000"/>
              </a:schemeClr>
            </a:gs>
          </a:gsLst>
          <a:lin ang="5400000" scaled="0"/>
        </a:gradFill>
        <a:ln w="12700" cap="rnd" cmpd="sng" algn="ctr">
          <a:solidFill>
            <a:schemeClr val="accent2">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25793" tIns="125793" rIns="125793" bIns="125793" numCol="1" spcCol="1270" anchor="ctr" anchorCtr="0">
          <a:noAutofit/>
        </a:bodyPr>
        <a:lstStyle/>
        <a:p>
          <a:pPr marL="0" lvl="0" indent="0" algn="ctr" defTabSz="755650">
            <a:lnSpc>
              <a:spcPct val="90000"/>
            </a:lnSpc>
            <a:spcBef>
              <a:spcPct val="0"/>
            </a:spcBef>
            <a:spcAft>
              <a:spcPct val="35000"/>
            </a:spcAft>
            <a:buNone/>
          </a:pPr>
          <a:r>
            <a:rPr lang="en-US" sz="1700" kern="1200"/>
            <a:t>Watch</a:t>
          </a:r>
        </a:p>
      </dsp:txBody>
      <dsp:txXfrm>
        <a:off x="481" y="984242"/>
        <a:ext cx="1591871" cy="477561"/>
      </dsp:txXfrm>
    </dsp:sp>
    <dsp:sp modelId="{94CEAF17-D976-4E0D-AA6D-63C4A7CCBA72}">
      <dsp:nvSpPr>
        <dsp:cNvPr id="0" name=""/>
        <dsp:cNvSpPr/>
      </dsp:nvSpPr>
      <dsp:spPr>
        <a:xfrm>
          <a:off x="481" y="1461804"/>
          <a:ext cx="1591871" cy="2475167"/>
        </a:xfrm>
        <a:prstGeom prst="rect">
          <a:avLst/>
        </a:prstGeom>
        <a:solidFill>
          <a:schemeClr val="accent2">
            <a:tint val="40000"/>
            <a:alpha val="90000"/>
            <a:hueOff val="0"/>
            <a:satOff val="0"/>
            <a:lumOff val="0"/>
            <a:alphaOff val="0"/>
          </a:schemeClr>
        </a:solidFill>
        <a:ln w="12700" cap="rnd"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57242" tIns="157242" rIns="157242" bIns="157242" numCol="1" spcCol="1270" anchor="t" anchorCtr="0">
          <a:noAutofit/>
        </a:bodyPr>
        <a:lstStyle/>
        <a:p>
          <a:pPr marL="0" lvl="0" indent="0" algn="l" defTabSz="577850">
            <a:lnSpc>
              <a:spcPct val="90000"/>
            </a:lnSpc>
            <a:spcBef>
              <a:spcPct val="0"/>
            </a:spcBef>
            <a:spcAft>
              <a:spcPct val="35000"/>
            </a:spcAft>
            <a:buNone/>
          </a:pPr>
          <a:r>
            <a:rPr lang="en-US" sz="1300" kern="1200"/>
            <a:t>Watch the sandbox spin up and run analysis</a:t>
          </a:r>
        </a:p>
      </dsp:txBody>
      <dsp:txXfrm>
        <a:off x="481" y="1461804"/>
        <a:ext cx="1591871" cy="2475167"/>
      </dsp:txXfrm>
    </dsp:sp>
    <dsp:sp modelId="{7AAEB79B-B465-41E3-8805-F6EBE44664EB}">
      <dsp:nvSpPr>
        <dsp:cNvPr id="0" name=""/>
        <dsp:cNvSpPr/>
      </dsp:nvSpPr>
      <dsp:spPr>
        <a:xfrm>
          <a:off x="1700352" y="984242"/>
          <a:ext cx="1591871" cy="477561"/>
        </a:xfrm>
        <a:prstGeom prst="rect">
          <a:avLst/>
        </a:prstGeom>
        <a:gradFill rotWithShape="0">
          <a:gsLst>
            <a:gs pos="0">
              <a:schemeClr val="accent2">
                <a:hueOff val="-1482143"/>
                <a:satOff val="7100"/>
                <a:lumOff val="6569"/>
                <a:alphaOff val="0"/>
                <a:tint val="96000"/>
                <a:lumMod val="100000"/>
              </a:schemeClr>
            </a:gs>
            <a:gs pos="78000">
              <a:schemeClr val="accent2">
                <a:hueOff val="-1482143"/>
                <a:satOff val="7100"/>
                <a:lumOff val="6569"/>
                <a:alphaOff val="0"/>
                <a:shade val="94000"/>
                <a:lumMod val="94000"/>
              </a:schemeClr>
            </a:gs>
          </a:gsLst>
          <a:lin ang="5400000" scaled="0"/>
        </a:gradFill>
        <a:ln w="12700" cap="rnd" cmpd="sng" algn="ctr">
          <a:solidFill>
            <a:schemeClr val="accent2">
              <a:hueOff val="-1482143"/>
              <a:satOff val="7100"/>
              <a:lumOff val="6569"/>
              <a:alphaOff val="0"/>
            </a:schemeClr>
          </a:solidFill>
          <a:prstDash val="solid"/>
        </a:ln>
        <a:effectLst>
          <a:outerShdw blurRad="38100" dist="254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25793" tIns="125793" rIns="125793" bIns="125793" numCol="1" spcCol="1270" anchor="ctr" anchorCtr="0">
          <a:noAutofit/>
        </a:bodyPr>
        <a:lstStyle/>
        <a:p>
          <a:pPr marL="0" lvl="0" indent="0" algn="ctr" defTabSz="755650">
            <a:lnSpc>
              <a:spcPct val="90000"/>
            </a:lnSpc>
            <a:spcBef>
              <a:spcPct val="0"/>
            </a:spcBef>
            <a:spcAft>
              <a:spcPct val="35000"/>
            </a:spcAft>
            <a:buNone/>
          </a:pPr>
          <a:r>
            <a:rPr lang="en-US" sz="1700" kern="1200"/>
            <a:t>Review</a:t>
          </a:r>
        </a:p>
      </dsp:txBody>
      <dsp:txXfrm>
        <a:off x="1700352" y="984242"/>
        <a:ext cx="1591871" cy="477561"/>
      </dsp:txXfrm>
    </dsp:sp>
    <dsp:sp modelId="{0A22838B-FFF5-4D14-BDB4-29E5385C79BD}">
      <dsp:nvSpPr>
        <dsp:cNvPr id="0" name=""/>
        <dsp:cNvSpPr/>
      </dsp:nvSpPr>
      <dsp:spPr>
        <a:xfrm>
          <a:off x="1700352" y="1461804"/>
          <a:ext cx="1591871" cy="2475167"/>
        </a:xfrm>
        <a:prstGeom prst="rect">
          <a:avLst/>
        </a:prstGeom>
        <a:solidFill>
          <a:schemeClr val="accent2">
            <a:tint val="40000"/>
            <a:alpha val="90000"/>
            <a:hueOff val="-2045920"/>
            <a:satOff val="22554"/>
            <a:lumOff val="2148"/>
            <a:alphaOff val="0"/>
          </a:schemeClr>
        </a:solidFill>
        <a:ln w="12700" cap="rnd" cmpd="sng" algn="ctr">
          <a:solidFill>
            <a:schemeClr val="accent2">
              <a:tint val="40000"/>
              <a:alpha val="90000"/>
              <a:hueOff val="-2045920"/>
              <a:satOff val="22554"/>
              <a:lumOff val="2148"/>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57242" tIns="157242" rIns="157242" bIns="157242" numCol="1" spcCol="1270" anchor="t" anchorCtr="0">
          <a:noAutofit/>
        </a:bodyPr>
        <a:lstStyle/>
        <a:p>
          <a:pPr marL="0" lvl="0" indent="0" algn="l" defTabSz="577850">
            <a:lnSpc>
              <a:spcPct val="90000"/>
            </a:lnSpc>
            <a:spcBef>
              <a:spcPct val="0"/>
            </a:spcBef>
            <a:spcAft>
              <a:spcPct val="35000"/>
            </a:spcAft>
            <a:buNone/>
          </a:pPr>
          <a:r>
            <a:rPr lang="en-US" sz="1300" kern="1200"/>
            <a:t>Review generated reports highlighting threats</a:t>
          </a:r>
        </a:p>
      </dsp:txBody>
      <dsp:txXfrm>
        <a:off x="1700352" y="1461804"/>
        <a:ext cx="1591871" cy="2475167"/>
      </dsp:txXfrm>
    </dsp:sp>
    <dsp:sp modelId="{21505139-BE0C-4CCE-8823-517CA7101A59}">
      <dsp:nvSpPr>
        <dsp:cNvPr id="0" name=""/>
        <dsp:cNvSpPr/>
      </dsp:nvSpPr>
      <dsp:spPr>
        <a:xfrm>
          <a:off x="3400224" y="984242"/>
          <a:ext cx="1591871" cy="477561"/>
        </a:xfrm>
        <a:prstGeom prst="rect">
          <a:avLst/>
        </a:prstGeom>
        <a:gradFill rotWithShape="0">
          <a:gsLst>
            <a:gs pos="0">
              <a:schemeClr val="accent2">
                <a:hueOff val="-2964286"/>
                <a:satOff val="14200"/>
                <a:lumOff val="13137"/>
                <a:alphaOff val="0"/>
                <a:tint val="96000"/>
                <a:lumMod val="100000"/>
              </a:schemeClr>
            </a:gs>
            <a:gs pos="78000">
              <a:schemeClr val="accent2">
                <a:hueOff val="-2964286"/>
                <a:satOff val="14200"/>
                <a:lumOff val="13137"/>
                <a:alphaOff val="0"/>
                <a:shade val="94000"/>
                <a:lumMod val="94000"/>
              </a:schemeClr>
            </a:gs>
          </a:gsLst>
          <a:lin ang="5400000" scaled="0"/>
        </a:gradFill>
        <a:ln w="12700" cap="rnd" cmpd="sng" algn="ctr">
          <a:solidFill>
            <a:schemeClr val="accent2">
              <a:hueOff val="-2964286"/>
              <a:satOff val="14200"/>
              <a:lumOff val="13137"/>
              <a:alphaOff val="0"/>
            </a:schemeClr>
          </a:solidFill>
          <a:prstDash val="solid"/>
        </a:ln>
        <a:effectLst>
          <a:outerShdw blurRad="38100" dist="254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25793" tIns="125793" rIns="125793" bIns="125793" numCol="1" spcCol="1270" anchor="ctr" anchorCtr="0">
          <a:noAutofit/>
        </a:bodyPr>
        <a:lstStyle/>
        <a:p>
          <a:pPr marL="0" lvl="0" indent="0" algn="ctr" defTabSz="755650">
            <a:lnSpc>
              <a:spcPct val="90000"/>
            </a:lnSpc>
            <a:spcBef>
              <a:spcPct val="0"/>
            </a:spcBef>
            <a:spcAft>
              <a:spcPct val="35000"/>
            </a:spcAft>
            <a:buNone/>
          </a:pPr>
          <a:r>
            <a:rPr lang="en-US" sz="1700" kern="1200"/>
            <a:t>Ask</a:t>
          </a:r>
        </a:p>
      </dsp:txBody>
      <dsp:txXfrm>
        <a:off x="3400224" y="984242"/>
        <a:ext cx="1591871" cy="477561"/>
      </dsp:txXfrm>
    </dsp:sp>
    <dsp:sp modelId="{A236E151-1EA4-4824-958F-05167F9D0F22}">
      <dsp:nvSpPr>
        <dsp:cNvPr id="0" name=""/>
        <dsp:cNvSpPr/>
      </dsp:nvSpPr>
      <dsp:spPr>
        <a:xfrm>
          <a:off x="3400224" y="1461804"/>
          <a:ext cx="1591871" cy="2475167"/>
        </a:xfrm>
        <a:prstGeom prst="rect">
          <a:avLst/>
        </a:prstGeom>
        <a:solidFill>
          <a:schemeClr val="accent2">
            <a:tint val="40000"/>
            <a:alpha val="90000"/>
            <a:hueOff val="-4091839"/>
            <a:satOff val="45107"/>
            <a:lumOff val="4296"/>
            <a:alphaOff val="0"/>
          </a:schemeClr>
        </a:solidFill>
        <a:ln w="12700" cap="rnd" cmpd="sng" algn="ctr">
          <a:solidFill>
            <a:schemeClr val="accent2">
              <a:tint val="40000"/>
              <a:alpha val="90000"/>
              <a:hueOff val="-4091839"/>
              <a:satOff val="45107"/>
              <a:lumOff val="429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57242" tIns="157242" rIns="157242" bIns="157242" numCol="1" spcCol="1270" anchor="t" anchorCtr="0">
          <a:noAutofit/>
        </a:bodyPr>
        <a:lstStyle/>
        <a:p>
          <a:pPr marL="0" lvl="0" indent="0" algn="l" defTabSz="577850">
            <a:lnSpc>
              <a:spcPct val="90000"/>
            </a:lnSpc>
            <a:spcBef>
              <a:spcPct val="0"/>
            </a:spcBef>
            <a:spcAft>
              <a:spcPct val="35000"/>
            </a:spcAft>
            <a:buNone/>
          </a:pPr>
          <a:r>
            <a:rPr lang="en-US" sz="1300" kern="1200"/>
            <a:t>Ask me anything!</a:t>
          </a:r>
        </a:p>
      </dsp:txBody>
      <dsp:txXfrm>
        <a:off x="3400224" y="1461804"/>
        <a:ext cx="1591871" cy="247516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6/7/layout/HorizontalActionList">
  <dgm:title val="Horizontal Action List"/>
  <dgm:desc val="Used to show non-sequential or grouped lists of information. Works well with large amounts of text. All text has the same level of emphasis, and direction is not implied."/>
  <dgm:catLst>
    <dgm:cat type="list"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54"/>
      <dgm:constr type="primFontSz" for="des" forName="desTx" refType="primFontSz" refFor="des" refForName="parTx" op="lte" fact="0.75"/>
      <dgm:constr type="h" for="des" forName="desTx" op="equ"/>
      <dgm:constr type="w" for="ch" forName="space" op="equ" val="3"/>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varLst>
          <dgm:alg type="tx"/>
          <dgm:shape xmlns:r="http://schemas.openxmlformats.org/officeDocument/2006/relationships" type="rect" r:blip="">
            <dgm:adjLst/>
          </dgm:shape>
          <dgm:presOf axis="self" ptType="node"/>
          <dgm:constrLst>
            <dgm:constr type="h" refType="w" op="lte" fact="0.3"/>
            <dgm:constr type="h"/>
            <dgm:constr type="tMarg" refType="w" fact="0.224"/>
            <dgm:constr type="bMarg" refType="w" fact="0.224"/>
            <dgm:constr type="lMarg" refType="w" fact="0.224"/>
            <dgm:constr type="rMarg" refType="w" fact="0.224"/>
          </dgm:constrLst>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8"/>
            <dgm:constr type="tMarg" refType="w" fact="0.28"/>
            <dgm:constr type="bMarg" refType="w" fact="0.28"/>
            <dgm:constr type="lMarg" refType="w" fact="0.28"/>
            <dgm:constr type="rMarg" refType="w" fact="0.28"/>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588327-2524-4B39-BCC1-AA32069CE8FF}" type="datetimeFigureOut">
              <a:rPr lang="en-US" smtClean="0"/>
              <a:t>11/30/2025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F71DE7-0882-4AB4-84D3-3084BA8595D3}" type="slidenum">
              <a:rPr lang="en-US" smtClean="0"/>
              <a:t>‹#›</a:t>
            </a:fld>
            <a:endParaRPr lang="en-US"/>
          </a:p>
        </p:txBody>
      </p:sp>
    </p:spTree>
    <p:extLst>
      <p:ext uri="{BB962C8B-B14F-4D97-AF65-F5344CB8AC3E}">
        <p14:creationId xmlns:p14="http://schemas.microsoft.com/office/powerpoint/2010/main" val="18613176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got interested in how malicious websites sneak past static scanners by using tricks that only show up when you interact with them. I wanted to create a tool that could safely simulate a real user browsing, exposing these hidden behaviors.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VirtualBox was the perfect solution. Automating snapshots and booting a clean VM meant I could test dangerous URLs without risk. It took effort to script VM startup and browser automation, but it was worth it for the safety and repeatability.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 first, using Playwright was tough. I couldn’t figure out why redirects weren’t tracked or popups weren’t detected. Plus, I realized running malware on my host wasn’t safe, which led me to sandboxing.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Combining Playwright’s powerful event system with sandboxing allowed me to see everything a website does: multi-stage redirects, unexpected network calls, error logs, popups, and even downloads triggered by clicks or scrolling.</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project taught me how complex modern web threats are, how to leverage Playwright for deep inspection, why simulating user behavior is vital, and how sandboxing makes it all safe and manageable.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Testing a mix of URLs confirmed the tool’s effectiveness. It reliably flagged suspicious and malicious behavior, while benign sites showed expected clean results.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While promising, the tool is limited by performance and heuristic scoring. I plan to explore machine learning for smarter risk assessments, fully automate analysis inside the VM, add network traffic capture, and build a dashboard for easier report visualization.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I’ll demonstrate the tool in action — starting the VM, analyzing a URL, and walking through the report it produces. Afterwards, I’m happy to answer any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Freeform 28"/>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lumMod val="75000"/>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56452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33739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452990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265937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183038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11/30/2025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004208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927824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963966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642723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232740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0030926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64338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1609858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183919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366631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34506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cxnSp>
          <p:nvCxnSpPr>
            <p:cNvPr id="7" name="Straight Connector 6"/>
            <p:cNvCxnSpPr/>
            <p:nvPr/>
          </p:nvCxnSpPr>
          <p:spPr>
            <a:xfrm flipV="1">
              <a:off x="5130830" y="4175605"/>
              <a:ext cx="4022475" cy="2682396"/>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7042707"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9" name="Freeform 8"/>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11/30/2025</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158785531"/>
      </p:ext>
    </p:extLst>
  </p:cSld>
  <p:clrMap bg1="dk1" tx1="lt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Robot operating a machine">
            <a:extLst>
              <a:ext uri="{FF2B5EF4-FFF2-40B4-BE49-F238E27FC236}">
                <a16:creationId xmlns:a16="http://schemas.microsoft.com/office/drawing/2014/main" id="{981838B9-E7ED-3CEB-B07A-437314F0F7DE}"/>
              </a:ext>
            </a:extLst>
          </p:cNvPr>
          <p:cNvPicPr>
            <a:picLocks noChangeAspect="1"/>
          </p:cNvPicPr>
          <p:nvPr/>
        </p:nvPicPr>
        <p:blipFill>
          <a:blip r:embed="rId2">
            <a:duotone>
              <a:prstClr val="black"/>
              <a:prstClr val="white"/>
            </a:duotone>
          </a:blip>
          <a:srcRect l="23815" r="16293" b="1"/>
          <a:stretch>
            <a:fillRect/>
          </a:stretch>
        </p:blipFill>
        <p:spPr>
          <a:xfrm>
            <a:off x="3789947" y="-1"/>
            <a:ext cx="5351671" cy="6858001"/>
          </a:xfrm>
          <a:custGeom>
            <a:avLst/>
            <a:gdLst/>
            <a:ahLst/>
            <a:cxnLst/>
            <a:rect l="l" t="t" r="r" b="b"/>
            <a:pathLst>
              <a:path w="7135561" h="6858001">
                <a:moveTo>
                  <a:pt x="450267" y="0"/>
                </a:moveTo>
                <a:lnTo>
                  <a:pt x="7135561" y="0"/>
                </a:lnTo>
                <a:lnTo>
                  <a:pt x="7135561" y="6858001"/>
                </a:lnTo>
                <a:lnTo>
                  <a:pt x="98089" y="6858001"/>
                </a:lnTo>
                <a:lnTo>
                  <a:pt x="1873508" y="4521201"/>
                </a:lnTo>
                <a:close/>
                <a:moveTo>
                  <a:pt x="0" y="0"/>
                </a:moveTo>
                <a:lnTo>
                  <a:pt x="450267" y="0"/>
                </a:lnTo>
                <a:lnTo>
                  <a:pt x="0" y="482"/>
                </a:lnTo>
                <a:close/>
              </a:path>
            </a:pathLst>
          </a:custGeom>
        </p:spPr>
      </p:pic>
      <p:sp>
        <p:nvSpPr>
          <p:cNvPr id="2" name="Title 1"/>
          <p:cNvSpPr>
            <a:spLocks noGrp="1"/>
          </p:cNvSpPr>
          <p:nvPr>
            <p:ph type="ctrTitle"/>
          </p:nvPr>
        </p:nvSpPr>
        <p:spPr>
          <a:xfrm>
            <a:off x="501649" y="1678666"/>
            <a:ext cx="3842636" cy="2369093"/>
          </a:xfrm>
        </p:spPr>
        <p:txBody>
          <a:bodyPr>
            <a:normAutofit/>
          </a:bodyPr>
          <a:lstStyle/>
          <a:p>
            <a:pPr>
              <a:lnSpc>
                <a:spcPct val="90000"/>
              </a:lnSpc>
            </a:pPr>
            <a:r>
              <a:rPr lang="en-US" sz="2900"/>
              <a:t>Automated Web Crawler for Analyzing Potentially Malicious Websites Using a VM Sandbox</a:t>
            </a:r>
          </a:p>
        </p:txBody>
      </p:sp>
      <p:sp>
        <p:nvSpPr>
          <p:cNvPr id="3" name="Subtitle 2"/>
          <p:cNvSpPr>
            <a:spLocks noGrp="1"/>
          </p:cNvSpPr>
          <p:nvPr>
            <p:ph type="subTitle" idx="1"/>
          </p:nvPr>
        </p:nvSpPr>
        <p:spPr>
          <a:xfrm>
            <a:off x="508001" y="4050831"/>
            <a:ext cx="3834913" cy="1096901"/>
          </a:xfrm>
        </p:spPr>
        <p:txBody>
          <a:bodyPr>
            <a:normAutofit/>
          </a:bodyPr>
          <a:lstStyle/>
          <a:p>
            <a:r>
              <a:rPr lang="en-US" sz="1400" dirty="0"/>
              <a:t>My Cybersecurity Exploration with Playwright and VirtualBox</a:t>
            </a:r>
          </a:p>
          <a:p>
            <a:r>
              <a:rPr lang="en-US" sz="1400" dirty="0"/>
              <a:t>Micheal Lizauckas — CS 303, ERAU</a:t>
            </a:r>
          </a:p>
        </p:txBody>
      </p:sp>
      <p:cxnSp>
        <p:nvCxnSpPr>
          <p:cNvPr id="9" name="Straight Connector 8">
            <a:extLst>
              <a:ext uri="{FF2B5EF4-FFF2-40B4-BE49-F238E27FC236}">
                <a16:creationId xmlns:a16="http://schemas.microsoft.com/office/drawing/2014/main" id="{D6329892-480C-49E2-BD6B-45E98C9537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27138EE9-D930-4AF5-8DCA-D506DFDDAC6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8B2A878B-CC9E-4401-8BAA-9D344B5AB8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6DD53AF4-988B-41E6-AB9C-E5ADE7FCA8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24">
            <a:extLst>
              <a:ext uri="{FF2B5EF4-FFF2-40B4-BE49-F238E27FC236}">
                <a16:creationId xmlns:a16="http://schemas.microsoft.com/office/drawing/2014/main" id="{E3E2BE66-B731-4E8F-92AE-434C347FE9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7">
            <a:extLst>
              <a:ext uri="{FF2B5EF4-FFF2-40B4-BE49-F238E27FC236}">
                <a16:creationId xmlns:a16="http://schemas.microsoft.com/office/drawing/2014/main" id="{1C04AA99-545A-4E18-A307-9651263861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Rectangle 28">
            <a:extLst>
              <a:ext uri="{FF2B5EF4-FFF2-40B4-BE49-F238E27FC236}">
                <a16:creationId xmlns:a16="http://schemas.microsoft.com/office/drawing/2014/main" id="{D21765B3-48FB-47ED-AFBD-CE58344718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9">
            <a:extLst>
              <a:ext uri="{FF2B5EF4-FFF2-40B4-BE49-F238E27FC236}">
                <a16:creationId xmlns:a16="http://schemas.microsoft.com/office/drawing/2014/main" id="{9908EBEC-783D-4C0E-AE8E-165D6FAC6C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Isosceles Triangle 29">
            <a:extLst>
              <a:ext uri="{FF2B5EF4-FFF2-40B4-BE49-F238E27FC236}">
                <a16:creationId xmlns:a16="http://schemas.microsoft.com/office/drawing/2014/main" id="{D9A05D3D-E46B-44B4-BDFD-F9F117379C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4D16F1A-5D78-4402-81FF-31A98AFD6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5199" y="609600"/>
            <a:ext cx="7648121" cy="1099457"/>
          </a:xfrm>
        </p:spPr>
        <p:txBody>
          <a:bodyPr>
            <a:normAutofit/>
          </a:bodyPr>
          <a:lstStyle/>
          <a:p>
            <a:r>
              <a:t>The Spark: Why This Project?</a:t>
            </a:r>
          </a:p>
        </p:txBody>
      </p:sp>
      <p:sp>
        <p:nvSpPr>
          <p:cNvPr id="11" name="Isosceles Triangle 10">
            <a:extLst>
              <a:ext uri="{FF2B5EF4-FFF2-40B4-BE49-F238E27FC236}">
                <a16:creationId xmlns:a16="http://schemas.microsoft.com/office/drawing/2014/main" id="{1B2FB7F0-6A45-43E8-88A7-48E46E6D48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Isosceles Triangle 12">
            <a:extLst>
              <a:ext uri="{FF2B5EF4-FFF2-40B4-BE49-F238E27FC236}">
                <a16:creationId xmlns:a16="http://schemas.microsoft.com/office/drawing/2014/main" id="{6BA9C607-662B-4FBB-A3F3-CF593AD736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DCACF6B2-D4DE-3934-26EC-315D82BFFA19}"/>
              </a:ext>
            </a:extLst>
          </p:cNvPr>
          <p:cNvGraphicFramePr>
            <a:graphicFrameLocks noGrp="1"/>
          </p:cNvGraphicFramePr>
          <p:nvPr>
            <p:ph idx="1"/>
            <p:extLst>
              <p:ext uri="{D42A27DB-BD31-4B8C-83A1-F6EECF244321}">
                <p14:modId xmlns:p14="http://schemas.microsoft.com/office/powerpoint/2010/main" val="2496248988"/>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0B5F7E3B-C5F1-40E0-A491-558BAFBC11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181353" y="1460500"/>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482600" y="816638"/>
            <a:ext cx="2525519" cy="5224724"/>
          </a:xfrm>
        </p:spPr>
        <p:txBody>
          <a:bodyPr anchor="ctr">
            <a:normAutofit/>
          </a:bodyPr>
          <a:lstStyle/>
          <a:p>
            <a:r>
              <a:rPr dirty="0"/>
              <a:t>Enter</a:t>
            </a:r>
            <a:r>
              <a:rPr lang="en-US" dirty="0"/>
              <a:t>ing</a:t>
            </a:r>
            <a:r>
              <a:rPr dirty="0"/>
              <a:t> the Virtual Machine Sandbox</a:t>
            </a:r>
          </a:p>
        </p:txBody>
      </p:sp>
      <p:sp>
        <p:nvSpPr>
          <p:cNvPr id="3" name="Content Placeholder 2"/>
          <p:cNvSpPr>
            <a:spLocks noGrp="1"/>
          </p:cNvSpPr>
          <p:nvPr>
            <p:ph idx="1"/>
          </p:nvPr>
        </p:nvSpPr>
        <p:spPr>
          <a:xfrm>
            <a:off x="3490721" y="816638"/>
            <a:ext cx="3464779" cy="5224724"/>
          </a:xfrm>
        </p:spPr>
        <p:txBody>
          <a:bodyPr anchor="ctr">
            <a:normAutofit/>
          </a:bodyPr>
          <a:lstStyle/>
          <a:p>
            <a:endParaRPr dirty="0"/>
          </a:p>
          <a:p>
            <a:pPr>
              <a:spcAft>
                <a:spcPts val="1000"/>
              </a:spcAft>
              <a:defRPr sz="2400"/>
            </a:pPr>
            <a:r>
              <a:rPr dirty="0"/>
              <a:t>Used </a:t>
            </a:r>
            <a:r>
              <a:rPr lang="en-US" dirty="0"/>
              <a:t> Playwright on </a:t>
            </a:r>
            <a:r>
              <a:rPr dirty="0"/>
              <a:t>VirtualBox to isolate browser tests</a:t>
            </a:r>
          </a:p>
          <a:p>
            <a:pPr>
              <a:spcAft>
                <a:spcPts val="1000"/>
              </a:spcAft>
              <a:defRPr sz="2400"/>
            </a:pPr>
            <a:r>
              <a:rPr dirty="0"/>
              <a:t>Automated VM snapshots for clean states every run</a:t>
            </a:r>
          </a:p>
          <a:p>
            <a:pPr>
              <a:spcAft>
                <a:spcPts val="1000"/>
              </a:spcAft>
              <a:defRPr sz="2400"/>
            </a:pPr>
            <a:r>
              <a:rPr dirty="0"/>
              <a:t>Scripted VM startup, login, browser launch with Python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4D16F1A-5D78-4402-81FF-31A98AFD6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79A6AF-A183-A1C0-A740-ECC7E388B8A8}"/>
              </a:ext>
            </a:extLst>
          </p:cNvPr>
          <p:cNvSpPr>
            <a:spLocks noGrp="1"/>
          </p:cNvSpPr>
          <p:nvPr>
            <p:ph type="title"/>
          </p:nvPr>
        </p:nvSpPr>
        <p:spPr>
          <a:xfrm>
            <a:off x="965199" y="609600"/>
            <a:ext cx="7648121" cy="1099457"/>
          </a:xfrm>
        </p:spPr>
        <p:txBody>
          <a:bodyPr>
            <a:normAutofit/>
          </a:bodyPr>
          <a:lstStyle/>
          <a:p>
            <a:r>
              <a:rPr lang="en-US" dirty="0"/>
              <a:t>The Problem with Oracle</a:t>
            </a:r>
          </a:p>
        </p:txBody>
      </p:sp>
      <p:sp>
        <p:nvSpPr>
          <p:cNvPr id="11" name="Isosceles Triangle 10">
            <a:extLst>
              <a:ext uri="{FF2B5EF4-FFF2-40B4-BE49-F238E27FC236}">
                <a16:creationId xmlns:a16="http://schemas.microsoft.com/office/drawing/2014/main" id="{1B2FB7F0-6A45-43E8-88A7-48E46E6D48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Isosceles Triangle 12">
            <a:extLst>
              <a:ext uri="{FF2B5EF4-FFF2-40B4-BE49-F238E27FC236}">
                <a16:creationId xmlns:a16="http://schemas.microsoft.com/office/drawing/2014/main" id="{6BA9C607-662B-4FBB-A3F3-CF593AD736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24C2BC18-7492-7E5A-5C24-FA05FDAF9628}"/>
              </a:ext>
            </a:extLst>
          </p:cNvPr>
          <p:cNvGraphicFramePr>
            <a:graphicFrameLocks noGrp="1"/>
          </p:cNvGraphicFramePr>
          <p:nvPr>
            <p:ph idx="1"/>
            <p:extLst>
              <p:ext uri="{D42A27DB-BD31-4B8C-83A1-F6EECF244321}">
                <p14:modId xmlns:p14="http://schemas.microsoft.com/office/powerpoint/2010/main" val="3966379988"/>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181102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965032" y="0"/>
            <a:ext cx="9144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599781" y="3681413"/>
            <a:ext cx="3572669"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16"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93473" y="-8467"/>
            <a:ext cx="2255512"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09947"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06616" y="3048000"/>
            <a:ext cx="2444750"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08241"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6115" y="3589867"/>
            <a:ext cx="1362870"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Freeform: Shape 25">
            <a:extLst>
              <a:ext uri="{FF2B5EF4-FFF2-40B4-BE49-F238E27FC236}">
                <a16:creationId xmlns:a16="http://schemas.microsoft.com/office/drawing/2014/main" id="{142BFA2A-77A0-4F60-A32A-685681C84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11615" y="-8467"/>
            <a:ext cx="5332385" cy="6866467"/>
          </a:xfrm>
          <a:custGeom>
            <a:avLst/>
            <a:gdLst>
              <a:gd name="connsiteX0" fmla="*/ 0 w 7109846"/>
              <a:gd name="connsiteY0" fmla="*/ 0 h 6866467"/>
              <a:gd name="connsiteX1" fmla="*/ 1249825 w 7109846"/>
              <a:gd name="connsiteY1" fmla="*/ 0 h 6866467"/>
              <a:gd name="connsiteX2" fmla="*/ 1249825 w 7109846"/>
              <a:gd name="connsiteY2" fmla="*/ 8467 h 6866467"/>
              <a:gd name="connsiteX3" fmla="*/ 7109846 w 7109846"/>
              <a:gd name="connsiteY3" fmla="*/ 8467 h 6866467"/>
              <a:gd name="connsiteX4" fmla="*/ 7109846 w 7109846"/>
              <a:gd name="connsiteY4" fmla="*/ 6866467 h 6866467"/>
              <a:gd name="connsiteX5" fmla="*/ 1249825 w 7109846"/>
              <a:gd name="connsiteY5" fmla="*/ 6866467 h 6866467"/>
              <a:gd name="connsiteX6" fmla="*/ 1109382 w 7109846"/>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09846" h="6866467">
                <a:moveTo>
                  <a:pt x="0" y="0"/>
                </a:moveTo>
                <a:lnTo>
                  <a:pt x="1249825" y="0"/>
                </a:lnTo>
                <a:lnTo>
                  <a:pt x="1249825" y="8467"/>
                </a:lnTo>
                <a:lnTo>
                  <a:pt x="7109846" y="8467"/>
                </a:lnTo>
                <a:lnTo>
                  <a:pt x="7109846" y="6866467"/>
                </a:lnTo>
                <a:lnTo>
                  <a:pt x="1249825" y="6866467"/>
                </a:lnTo>
                <a:lnTo>
                  <a:pt x="1109382" y="686646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124D534-0B58-EF3B-454C-148A0BB5754E}"/>
              </a:ext>
            </a:extLst>
          </p:cNvPr>
          <p:cNvSpPr>
            <a:spLocks noGrp="1"/>
          </p:cNvSpPr>
          <p:nvPr>
            <p:ph type="title"/>
          </p:nvPr>
        </p:nvSpPr>
        <p:spPr>
          <a:xfrm>
            <a:off x="508000" y="609599"/>
            <a:ext cx="2882531" cy="5545667"/>
          </a:xfrm>
        </p:spPr>
        <p:txBody>
          <a:bodyPr anchor="ctr">
            <a:normAutofit/>
          </a:bodyPr>
          <a:lstStyle/>
          <a:p>
            <a:r>
              <a:rPr lang="en-US">
                <a:solidFill>
                  <a:schemeClr val="tx1">
                    <a:lumMod val="85000"/>
                    <a:lumOff val="15000"/>
                  </a:schemeClr>
                </a:solidFill>
              </a:rPr>
              <a:t>Introduceing Chromium</a:t>
            </a:r>
          </a:p>
        </p:txBody>
      </p:sp>
      <p:sp>
        <p:nvSpPr>
          <p:cNvPr id="3" name="Content Placeholder 2">
            <a:extLst>
              <a:ext uri="{FF2B5EF4-FFF2-40B4-BE49-F238E27FC236}">
                <a16:creationId xmlns:a16="http://schemas.microsoft.com/office/drawing/2014/main" id="{7CA7E906-5BD8-7862-B7CA-F52DCC376848}"/>
              </a:ext>
            </a:extLst>
          </p:cNvPr>
          <p:cNvSpPr>
            <a:spLocks noGrp="1"/>
          </p:cNvSpPr>
          <p:nvPr>
            <p:ph idx="1"/>
          </p:nvPr>
        </p:nvSpPr>
        <p:spPr>
          <a:xfrm>
            <a:off x="4587063" y="609600"/>
            <a:ext cx="4133472" cy="5545667"/>
          </a:xfrm>
        </p:spPr>
        <p:txBody>
          <a:bodyPr anchor="ctr">
            <a:normAutofit/>
          </a:bodyPr>
          <a:lstStyle/>
          <a:p>
            <a:r>
              <a:rPr lang="en-US">
                <a:solidFill>
                  <a:srgbClr val="FFFFFF"/>
                </a:solidFill>
              </a:rPr>
              <a:t>What is chromium?</a:t>
            </a:r>
          </a:p>
          <a:p>
            <a:pPr lvl="1"/>
            <a:r>
              <a:rPr lang="en-US">
                <a:solidFill>
                  <a:srgbClr val="FFFFFF"/>
                </a:solidFill>
              </a:rPr>
              <a:t>VM </a:t>
            </a:r>
          </a:p>
          <a:p>
            <a:r>
              <a:rPr lang="en-US">
                <a:solidFill>
                  <a:srgbClr val="FFFFFF"/>
                </a:solidFill>
              </a:rPr>
              <a:t>With chromium I could do analysis on the backend but it made my original script useless</a:t>
            </a:r>
          </a:p>
          <a:p>
            <a:r>
              <a:rPr lang="en-US">
                <a:solidFill>
                  <a:srgbClr val="FFFFFF"/>
                </a:solidFill>
              </a:rPr>
              <a:t>Security wise it is good but not as much as a stand alone VM</a:t>
            </a:r>
          </a:p>
        </p:txBody>
      </p:sp>
    </p:spTree>
    <p:extLst>
      <p:ext uri="{BB962C8B-B14F-4D97-AF65-F5344CB8AC3E}">
        <p14:creationId xmlns:p14="http://schemas.microsoft.com/office/powerpoint/2010/main" val="32609882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My </a:t>
            </a:r>
            <a:r>
              <a:rPr lang="en-US" dirty="0"/>
              <a:t>Next</a:t>
            </a:r>
            <a:r>
              <a:rPr dirty="0"/>
              <a:t> Hurdle</a:t>
            </a:r>
            <a:r>
              <a:rPr lang="en-US" dirty="0"/>
              <a:t>: </a:t>
            </a:r>
            <a:r>
              <a:rPr dirty="0"/>
              <a:t>Playwright</a:t>
            </a:r>
          </a:p>
        </p:txBody>
      </p:sp>
      <p:graphicFrame>
        <p:nvGraphicFramePr>
          <p:cNvPr id="5" name="Content Placeholder 2">
            <a:extLst>
              <a:ext uri="{FF2B5EF4-FFF2-40B4-BE49-F238E27FC236}">
                <a16:creationId xmlns:a16="http://schemas.microsoft.com/office/drawing/2014/main" id="{95361958-4398-47D5-3FF9-455C71ADD7BF}"/>
              </a:ext>
            </a:extLst>
          </p:cNvPr>
          <p:cNvGraphicFramePr>
            <a:graphicFrameLocks noGrp="1"/>
          </p:cNvGraphicFramePr>
          <p:nvPr>
            <p:ph idx="1"/>
          </p:nvPr>
        </p:nvGraphicFramePr>
        <p:xfrm>
          <a:off x="609599" y="2160590"/>
          <a:ext cx="6347714" cy="38807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089535" y="609600"/>
            <a:ext cx="4865966" cy="1320800"/>
          </a:xfrm>
        </p:spPr>
        <p:txBody>
          <a:bodyPr>
            <a:normAutofit/>
          </a:bodyPr>
          <a:lstStyle/>
          <a:p>
            <a:r>
              <a:rPr dirty="0"/>
              <a:t>Marrying Playwright with the Sandbox</a:t>
            </a:r>
          </a:p>
        </p:txBody>
      </p:sp>
      <p:pic>
        <p:nvPicPr>
          <p:cNvPr id="5" name="Picture 4" descr="Illustration of people on a blockchain">
            <a:extLst>
              <a:ext uri="{FF2B5EF4-FFF2-40B4-BE49-F238E27FC236}">
                <a16:creationId xmlns:a16="http://schemas.microsoft.com/office/drawing/2014/main" id="{7F3D3C52-A31C-D52D-40F5-8EE52C5986AC}"/>
              </a:ext>
            </a:extLst>
          </p:cNvPr>
          <p:cNvPicPr>
            <a:picLocks noChangeAspect="1"/>
          </p:cNvPicPr>
          <p:nvPr/>
        </p:nvPicPr>
        <p:blipFill>
          <a:blip r:embed="rId3">
            <a:duotone>
              <a:prstClr val="black"/>
              <a:schemeClr val="tx2">
                <a:tint val="45000"/>
                <a:satMod val="400000"/>
              </a:schemeClr>
            </a:duotone>
          </a:blip>
          <a:srcRect l="38577" r="42488"/>
          <a:stretch>
            <a:fillRect/>
          </a:stretch>
        </p:blipFill>
        <p:spPr>
          <a:xfrm>
            <a:off x="20" y="10"/>
            <a:ext cx="2050522"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9" name="Isosceles Triangle 8">
            <a:extLst>
              <a:ext uri="{FF2B5EF4-FFF2-40B4-BE49-F238E27FC236}">
                <a16:creationId xmlns:a16="http://schemas.microsoft.com/office/drawing/2014/main" id="{68EE4C72-F2C4-48C0-A42A-6D8069047A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191846"/>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p:cNvSpPr>
            <a:spLocks noGrp="1"/>
          </p:cNvSpPr>
          <p:nvPr>
            <p:ph idx="1"/>
          </p:nvPr>
        </p:nvSpPr>
        <p:spPr>
          <a:xfrm>
            <a:off x="2089535" y="2160589"/>
            <a:ext cx="4865966" cy="3880773"/>
          </a:xfrm>
        </p:spPr>
        <p:txBody>
          <a:bodyPr>
            <a:normAutofit/>
          </a:bodyPr>
          <a:lstStyle/>
          <a:p>
            <a:endParaRPr/>
          </a:p>
          <a:p>
            <a:pPr>
              <a:spcAft>
                <a:spcPts val="1000"/>
              </a:spcAft>
              <a:defRPr sz="2400"/>
            </a:pPr>
            <a:r>
              <a:t>Event-driven tracking: redirects, domains, console logs</a:t>
            </a:r>
          </a:p>
          <a:p>
            <a:pPr>
              <a:spcAft>
                <a:spcPts val="1000"/>
              </a:spcAft>
              <a:defRPr sz="2400"/>
            </a:pPr>
            <a:r>
              <a:t>Simulated user clicks &amp; scrolls to expose hidden triggers</a:t>
            </a:r>
          </a:p>
          <a:p>
            <a:pPr>
              <a:spcAft>
                <a:spcPts val="1000"/>
              </a:spcAft>
              <a:defRPr sz="2400"/>
            </a:pPr>
            <a:r>
              <a:t>Detected popups &amp; automatic downloads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80B86A7-A1EC-475B-9166-88902B033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00126" y="609600"/>
            <a:ext cx="6447501" cy="1320800"/>
          </a:xfrm>
        </p:spPr>
        <p:txBody>
          <a:bodyPr>
            <a:normAutofit/>
          </a:bodyPr>
          <a:lstStyle/>
          <a:p>
            <a:r>
              <a:t>Key Lessons Learned</a:t>
            </a:r>
          </a:p>
        </p:txBody>
      </p:sp>
      <p:sp>
        <p:nvSpPr>
          <p:cNvPr id="10" name="Isosceles Triangle 9">
            <a:extLst>
              <a:ext uri="{FF2B5EF4-FFF2-40B4-BE49-F238E27FC236}">
                <a16:creationId xmlns:a16="http://schemas.microsoft.com/office/drawing/2014/main" id="{C2C29CB1-9F74-4879-A6AF-AEA67B6F1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p:cNvSpPr>
            <a:spLocks noGrp="1"/>
          </p:cNvSpPr>
          <p:nvPr>
            <p:ph idx="1"/>
          </p:nvPr>
        </p:nvSpPr>
        <p:spPr>
          <a:xfrm>
            <a:off x="1000125" y="1488613"/>
            <a:ext cx="6447501" cy="3880773"/>
          </a:xfrm>
        </p:spPr>
        <p:txBody>
          <a:bodyPr>
            <a:normAutofit/>
          </a:bodyPr>
          <a:lstStyle/>
          <a:p>
            <a:pPr>
              <a:lnSpc>
                <a:spcPct val="90000"/>
              </a:lnSpc>
            </a:pPr>
            <a:endParaRPr lang="en-US" dirty="0"/>
          </a:p>
          <a:p>
            <a:pPr>
              <a:lnSpc>
                <a:spcPct val="90000"/>
              </a:lnSpc>
              <a:spcAft>
                <a:spcPts val="1000"/>
              </a:spcAft>
              <a:defRPr sz="2400"/>
            </a:pPr>
            <a:r>
              <a:rPr dirty="0"/>
              <a:t>Dynamic analysis reveals hidden threats static scans miss</a:t>
            </a:r>
            <a:endParaRPr lang="en-US" dirty="0"/>
          </a:p>
          <a:p>
            <a:pPr>
              <a:lnSpc>
                <a:spcPct val="90000"/>
              </a:lnSpc>
              <a:spcAft>
                <a:spcPts val="1000"/>
              </a:spcAft>
              <a:defRPr sz="2400"/>
            </a:pPr>
            <a:r>
              <a:rPr dirty="0"/>
              <a:t>Playwright’s event hooks unlock browser internals</a:t>
            </a:r>
            <a:endParaRPr lang="en-US" dirty="0"/>
          </a:p>
          <a:p>
            <a:pPr>
              <a:lnSpc>
                <a:spcPct val="90000"/>
              </a:lnSpc>
              <a:spcAft>
                <a:spcPts val="1000"/>
              </a:spcAft>
              <a:defRPr sz="2400"/>
            </a:pPr>
            <a:r>
              <a:rPr dirty="0"/>
              <a:t>User interaction simulation is crucial for detection</a:t>
            </a:r>
            <a:endParaRPr lang="en-US" dirty="0"/>
          </a:p>
          <a:p>
            <a:pPr>
              <a:lnSpc>
                <a:spcPct val="90000"/>
              </a:lnSpc>
              <a:spcAft>
                <a:spcPts val="1000"/>
              </a:spcAft>
              <a:defRPr sz="2400"/>
            </a:pPr>
            <a:r>
              <a:rPr dirty="0"/>
              <a:t>VM sandboxing protects host &amp; keeps tests clean</a:t>
            </a:r>
            <a:endParaRPr lang="en-US" dirty="0"/>
          </a:p>
        </p:txBody>
      </p:sp>
      <p:sp>
        <p:nvSpPr>
          <p:cNvPr id="12" name="Isosceles Triangle 11">
            <a:extLst>
              <a:ext uri="{FF2B5EF4-FFF2-40B4-BE49-F238E27FC236}">
                <a16:creationId xmlns:a16="http://schemas.microsoft.com/office/drawing/2014/main" id="{7E2C7115-5336-410C-AD71-0F0952A2E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4D16F1A-5D78-4402-81FF-31A98AFD6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5199" y="609600"/>
            <a:ext cx="7648121" cy="1099457"/>
          </a:xfrm>
        </p:spPr>
        <p:txBody>
          <a:bodyPr>
            <a:normAutofit/>
          </a:bodyPr>
          <a:lstStyle/>
          <a:p>
            <a:r>
              <a:t>Results Overview</a:t>
            </a:r>
          </a:p>
        </p:txBody>
      </p:sp>
      <p:sp>
        <p:nvSpPr>
          <p:cNvPr id="11" name="Isosceles Triangle 10">
            <a:extLst>
              <a:ext uri="{FF2B5EF4-FFF2-40B4-BE49-F238E27FC236}">
                <a16:creationId xmlns:a16="http://schemas.microsoft.com/office/drawing/2014/main" id="{1B2FB7F0-6A45-43E8-88A7-48E46E6D48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Isosceles Triangle 12">
            <a:extLst>
              <a:ext uri="{FF2B5EF4-FFF2-40B4-BE49-F238E27FC236}">
                <a16:creationId xmlns:a16="http://schemas.microsoft.com/office/drawing/2014/main" id="{6BA9C607-662B-4FBB-A3F3-CF593AD736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D782A210-B353-A5B3-1C94-B2BCD00A0046}"/>
              </a:ext>
            </a:extLst>
          </p:cNvPr>
          <p:cNvGraphicFramePr>
            <a:graphicFrameLocks noGrp="1"/>
          </p:cNvGraphicFramePr>
          <p:nvPr>
            <p:ph idx="1"/>
            <p:extLst>
              <p:ext uri="{D42A27DB-BD31-4B8C-83A1-F6EECF244321}">
                <p14:modId xmlns:p14="http://schemas.microsoft.com/office/powerpoint/2010/main" val="51462461"/>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DA27254-207B-4B52-973B-03A6D7C25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9360" y="1382486"/>
            <a:ext cx="2660686" cy="4093028"/>
          </a:xfrm>
        </p:spPr>
        <p:txBody>
          <a:bodyPr anchor="ctr">
            <a:normAutofit/>
          </a:bodyPr>
          <a:lstStyle/>
          <a:p>
            <a:r>
              <a:rPr lang="en-US" sz="3800"/>
              <a:t>Limitations &amp; Future Directions</a:t>
            </a:r>
          </a:p>
        </p:txBody>
      </p:sp>
      <p:grpSp>
        <p:nvGrpSpPr>
          <p:cNvPr id="11" name="Group 10">
            <a:extLst>
              <a:ext uri="{FF2B5EF4-FFF2-40B4-BE49-F238E27FC236}">
                <a16:creationId xmlns:a16="http://schemas.microsoft.com/office/drawing/2014/main" id="{AE3358E8-FEB4-4E5C-903A-92C75E6BDD1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6950" y="-8467"/>
            <a:ext cx="3575050" cy="6866467"/>
            <a:chOff x="7425267" y="-8467"/>
            <a:chExt cx="4766733" cy="6866467"/>
          </a:xfrm>
        </p:grpSpPr>
        <p:cxnSp>
          <p:nvCxnSpPr>
            <p:cNvPr id="12" name="Straight Connector 11">
              <a:extLst>
                <a:ext uri="{FF2B5EF4-FFF2-40B4-BE49-F238E27FC236}">
                  <a16:creationId xmlns:a16="http://schemas.microsoft.com/office/drawing/2014/main" id="{65FE9BA5-5847-4FF3-960A-4E3AC28E375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76D98C19-CACB-4DEB-9AA7-5E1D776DBCE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8EA0C28F-AA7D-46C7-8D8A-CE97E7EB07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50B7A449-3821-4275-97E9-6B1FF91DE1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Isosceles Triangle 15">
              <a:extLst>
                <a:ext uri="{FF2B5EF4-FFF2-40B4-BE49-F238E27FC236}">
                  <a16:creationId xmlns:a16="http://schemas.microsoft.com/office/drawing/2014/main" id="{D15285ED-C1E9-4539-9551-2D9D3B897D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7">
              <a:extLst>
                <a:ext uri="{FF2B5EF4-FFF2-40B4-BE49-F238E27FC236}">
                  <a16:creationId xmlns:a16="http://schemas.microsoft.com/office/drawing/2014/main" id="{A57A772B-029C-402F-8961-04AD1B6112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8">
              <a:extLst>
                <a:ext uri="{FF2B5EF4-FFF2-40B4-BE49-F238E27FC236}">
                  <a16:creationId xmlns:a16="http://schemas.microsoft.com/office/drawing/2014/main" id="{43A98072-A351-47FB-8807-1EEDBF77E3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9">
              <a:extLst>
                <a:ext uri="{FF2B5EF4-FFF2-40B4-BE49-F238E27FC236}">
                  <a16:creationId xmlns:a16="http://schemas.microsoft.com/office/drawing/2014/main" id="{3BC2C561-1ADE-495B-A04A-92DE414F5D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FE633B79-4994-47EC-9479-56BA3E3A58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2" name="Rectangle 21">
            <a:extLst>
              <a:ext uri="{FF2B5EF4-FFF2-40B4-BE49-F238E27FC236}">
                <a16:creationId xmlns:a16="http://schemas.microsoft.com/office/drawing/2014/main" id="{D6188152-70CA-4742-AA0D-863A7FDB47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3289" y="0"/>
            <a:ext cx="466071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204778D1-3F52-F6CE-5003-B56D57BCF2B5}"/>
              </a:ext>
            </a:extLst>
          </p:cNvPr>
          <p:cNvGraphicFramePr>
            <a:graphicFrameLocks noGrp="1"/>
          </p:cNvGraphicFramePr>
          <p:nvPr>
            <p:ph idx="1"/>
            <p:extLst>
              <p:ext uri="{D42A27DB-BD31-4B8C-83A1-F6EECF244321}">
                <p14:modId xmlns:p14="http://schemas.microsoft.com/office/powerpoint/2010/main" val="2247413891"/>
              </p:ext>
            </p:extLst>
          </p:nvPr>
        </p:nvGraphicFramePr>
        <p:xfrm>
          <a:off x="3657635" y="944563"/>
          <a:ext cx="4992577" cy="49212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1DA27254-207B-4B52-973B-03A6D7C25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9360" y="1382486"/>
            <a:ext cx="2660686" cy="4093028"/>
          </a:xfrm>
        </p:spPr>
        <p:txBody>
          <a:bodyPr anchor="ctr">
            <a:normAutofit/>
          </a:bodyPr>
          <a:lstStyle/>
          <a:p>
            <a:r>
              <a:rPr lang="en-US" sz="3800"/>
              <a:t>Demo Time + Q&amp;A</a:t>
            </a:r>
          </a:p>
        </p:txBody>
      </p:sp>
      <p:grpSp>
        <p:nvGrpSpPr>
          <p:cNvPr id="30" name="Group 29">
            <a:extLst>
              <a:ext uri="{FF2B5EF4-FFF2-40B4-BE49-F238E27FC236}">
                <a16:creationId xmlns:a16="http://schemas.microsoft.com/office/drawing/2014/main" id="{AE3358E8-FEB4-4E5C-903A-92C75E6BDD1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6950" y="-8467"/>
            <a:ext cx="3575050" cy="6866467"/>
            <a:chOff x="7425267" y="-8467"/>
            <a:chExt cx="4766733" cy="6866467"/>
          </a:xfrm>
        </p:grpSpPr>
        <p:cxnSp>
          <p:nvCxnSpPr>
            <p:cNvPr id="31" name="Straight Connector 30">
              <a:extLst>
                <a:ext uri="{FF2B5EF4-FFF2-40B4-BE49-F238E27FC236}">
                  <a16:creationId xmlns:a16="http://schemas.microsoft.com/office/drawing/2014/main" id="{65FE9BA5-5847-4FF3-960A-4E3AC28E375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76D98C19-CACB-4DEB-9AA7-5E1D776DBCE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33" name="Rectangle 23">
              <a:extLst>
                <a:ext uri="{FF2B5EF4-FFF2-40B4-BE49-F238E27FC236}">
                  <a16:creationId xmlns:a16="http://schemas.microsoft.com/office/drawing/2014/main" id="{8EA0C28F-AA7D-46C7-8D8A-CE97E7EB07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Rectangle 25">
              <a:extLst>
                <a:ext uri="{FF2B5EF4-FFF2-40B4-BE49-F238E27FC236}">
                  <a16:creationId xmlns:a16="http://schemas.microsoft.com/office/drawing/2014/main" id="{50B7A449-3821-4275-97E9-6B1FF91DE1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Isosceles Triangle 34">
              <a:extLst>
                <a:ext uri="{FF2B5EF4-FFF2-40B4-BE49-F238E27FC236}">
                  <a16:creationId xmlns:a16="http://schemas.microsoft.com/office/drawing/2014/main" id="{D15285ED-C1E9-4539-9551-2D9D3B897D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6" name="Rectangle 27">
              <a:extLst>
                <a:ext uri="{FF2B5EF4-FFF2-40B4-BE49-F238E27FC236}">
                  <a16:creationId xmlns:a16="http://schemas.microsoft.com/office/drawing/2014/main" id="{A57A772B-029C-402F-8961-04AD1B6112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7" name="Rectangle 28">
              <a:extLst>
                <a:ext uri="{FF2B5EF4-FFF2-40B4-BE49-F238E27FC236}">
                  <a16:creationId xmlns:a16="http://schemas.microsoft.com/office/drawing/2014/main" id="{43A98072-A351-47FB-8807-1EEDBF77E3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8" name="Rectangle 29">
              <a:extLst>
                <a:ext uri="{FF2B5EF4-FFF2-40B4-BE49-F238E27FC236}">
                  <a16:creationId xmlns:a16="http://schemas.microsoft.com/office/drawing/2014/main" id="{3BC2C561-1ADE-495B-A04A-92DE414F5D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9" name="Isosceles Triangle 38">
              <a:extLst>
                <a:ext uri="{FF2B5EF4-FFF2-40B4-BE49-F238E27FC236}">
                  <a16:creationId xmlns:a16="http://schemas.microsoft.com/office/drawing/2014/main" id="{FE633B79-4994-47EC-9479-56BA3E3A58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41" name="Rectangle 40">
            <a:extLst>
              <a:ext uri="{FF2B5EF4-FFF2-40B4-BE49-F238E27FC236}">
                <a16:creationId xmlns:a16="http://schemas.microsoft.com/office/drawing/2014/main" id="{D6188152-70CA-4742-AA0D-863A7FDB47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3289" y="0"/>
            <a:ext cx="466071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4" name="Content Placeholder 2">
            <a:extLst>
              <a:ext uri="{FF2B5EF4-FFF2-40B4-BE49-F238E27FC236}">
                <a16:creationId xmlns:a16="http://schemas.microsoft.com/office/drawing/2014/main" id="{5B8DB6FD-B9DF-C742-5C5E-519402B2C79F}"/>
              </a:ext>
            </a:extLst>
          </p:cNvPr>
          <p:cNvGraphicFramePr/>
          <p:nvPr>
            <p:extLst>
              <p:ext uri="{D42A27DB-BD31-4B8C-83A1-F6EECF244321}">
                <p14:modId xmlns:p14="http://schemas.microsoft.com/office/powerpoint/2010/main" val="2828649232"/>
              </p:ext>
            </p:extLst>
          </p:nvPr>
        </p:nvGraphicFramePr>
        <p:xfrm>
          <a:off x="3657635" y="944563"/>
          <a:ext cx="4992577" cy="49212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152</TotalTime>
  <Words>741</Words>
  <Application>Microsoft Office PowerPoint</Application>
  <PresentationFormat>On-screen Show (4:3)</PresentationFormat>
  <Paragraphs>68</Paragraphs>
  <Slides>11</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Arial</vt:lpstr>
      <vt:lpstr>Trebuchet MS</vt:lpstr>
      <vt:lpstr>Wingdings 3</vt:lpstr>
      <vt:lpstr>Facet</vt:lpstr>
      <vt:lpstr>Automated Web Crawler for Analyzing Potentially Malicious Websites Using a VM Sandbox</vt:lpstr>
      <vt:lpstr>The Spark: Why This Project?</vt:lpstr>
      <vt:lpstr>Entering the Virtual Machine Sandbox</vt:lpstr>
      <vt:lpstr>The Problem with Oracle</vt:lpstr>
      <vt:lpstr>Introduceing Chromium</vt:lpstr>
      <vt:lpstr>My Next Hurdle: Playwright</vt:lpstr>
      <vt:lpstr>Marrying Playwright with the Sandbox</vt:lpstr>
      <vt:lpstr>Key Lessons Learned</vt:lpstr>
      <vt:lpstr>Results Overview</vt:lpstr>
      <vt:lpstr>Limitations &amp; Future Directions</vt:lpstr>
      <vt:lpstr>Demo Time + Q&amp;A</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Lizauckas Jr., Michael A.</cp:lastModifiedBy>
  <cp:revision>2</cp:revision>
  <dcterms:created xsi:type="dcterms:W3CDTF">2013-01-27T09:14:16Z</dcterms:created>
  <dcterms:modified xsi:type="dcterms:W3CDTF">2025-12-01T04:30:46Z</dcterms:modified>
  <cp:category/>
</cp:coreProperties>
</file>